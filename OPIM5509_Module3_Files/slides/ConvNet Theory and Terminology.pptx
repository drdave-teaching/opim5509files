
<file path=[Content_Types].xml><?xml version="1.0" encoding="utf-8"?>
<Types xmlns="http://schemas.openxmlformats.org/package/2006/content-types">
  <Default Extension="gif" ContentType="image/gif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63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Relationship Id="rId22" Type="http://schemas.openxmlformats.org/officeDocument/2006/relationships/slide" Target="slides/slide17.xml"/><Relationship Id="rId23" Type="http://schemas.openxmlformats.org/officeDocument/2006/relationships/slide" Target="slides/slide18.xml"/><Relationship Id="rId24" Type="http://schemas.openxmlformats.org/officeDocument/2006/relationships/slide" Target="slides/slide19.xml"/><Relationship Id="rId25" Type="http://schemas.openxmlformats.org/officeDocument/2006/relationships/slide" Target="slides/slide20.xml"/><Relationship Id="rId26" Type="http://schemas.openxmlformats.org/officeDocument/2006/relationships/slide" Target="slides/slide21.xml"/><Relationship Id="rId27" Type="http://schemas.openxmlformats.org/officeDocument/2006/relationships/slide" Target="slides/slide22.xml"/><Relationship Id="rId28" Type="http://schemas.openxmlformats.org/officeDocument/2006/relationships/slide" Target="slides/slide23.xml"/><Relationship Id="rId29" Type="http://schemas.openxmlformats.org/officeDocument/2006/relationships/slide" Target="slides/slide2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9845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9845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9845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9845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9845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9845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9845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3" name="Google Shape;113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g8df8344cd4_0_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8" name="Google Shape;118;g8df8344cd4_0_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p2:notes"/>
          <p:cNvSpPr txBox="1"/>
          <p:nvPr>
            <p:ph idx="1" type="body"/>
          </p:nvPr>
        </p:nvSpPr>
        <p:spPr>
          <a:xfrm>
            <a:off x="685494" y="4401096"/>
            <a:ext cx="5487000" cy="3599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23" name="Google Shape;123;p2:notes"/>
          <p:cNvSpPr/>
          <p:nvPr>
            <p:ph idx="2" type="sldImg"/>
          </p:nvPr>
        </p:nvSpPr>
        <p:spPr>
          <a:xfrm>
            <a:off x="463130" y="1143179"/>
            <a:ext cx="5931600" cy="30864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3:notes"/>
          <p:cNvSpPr txBox="1"/>
          <p:nvPr>
            <p:ph idx="1" type="body"/>
          </p:nvPr>
        </p:nvSpPr>
        <p:spPr>
          <a:xfrm>
            <a:off x="685494" y="4401096"/>
            <a:ext cx="5487000" cy="3599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30" name="Google Shape;130;p3:notes"/>
          <p:cNvSpPr/>
          <p:nvPr>
            <p:ph idx="2" type="sldImg"/>
          </p:nvPr>
        </p:nvSpPr>
        <p:spPr>
          <a:xfrm>
            <a:off x="463130" y="1143179"/>
            <a:ext cx="5931600" cy="30864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4:notes"/>
          <p:cNvSpPr txBox="1"/>
          <p:nvPr>
            <p:ph idx="1" type="body"/>
          </p:nvPr>
        </p:nvSpPr>
        <p:spPr>
          <a:xfrm>
            <a:off x="685494" y="4401096"/>
            <a:ext cx="5487000" cy="3599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38" name="Google Shape;138;p4:notes"/>
          <p:cNvSpPr/>
          <p:nvPr>
            <p:ph idx="2" type="sldImg"/>
          </p:nvPr>
        </p:nvSpPr>
        <p:spPr>
          <a:xfrm>
            <a:off x="463130" y="1143179"/>
            <a:ext cx="5931600" cy="30864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5:notes"/>
          <p:cNvSpPr txBox="1"/>
          <p:nvPr>
            <p:ph idx="1" type="body"/>
          </p:nvPr>
        </p:nvSpPr>
        <p:spPr>
          <a:xfrm>
            <a:off x="685494" y="4401096"/>
            <a:ext cx="5487000" cy="3599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46" name="Google Shape;146;p5:notes"/>
          <p:cNvSpPr/>
          <p:nvPr>
            <p:ph idx="2" type="sldImg"/>
          </p:nvPr>
        </p:nvSpPr>
        <p:spPr>
          <a:xfrm>
            <a:off x="463130" y="1143179"/>
            <a:ext cx="5931600" cy="30864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6:notes"/>
          <p:cNvSpPr txBox="1"/>
          <p:nvPr>
            <p:ph idx="1" type="body"/>
          </p:nvPr>
        </p:nvSpPr>
        <p:spPr>
          <a:xfrm>
            <a:off x="685494" y="4401096"/>
            <a:ext cx="5487000" cy="3599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54" name="Google Shape;154;p6:notes"/>
          <p:cNvSpPr/>
          <p:nvPr>
            <p:ph idx="2" type="sldImg"/>
          </p:nvPr>
        </p:nvSpPr>
        <p:spPr>
          <a:xfrm>
            <a:off x="463130" y="1143179"/>
            <a:ext cx="5931600" cy="30864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2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p7:notes"/>
          <p:cNvSpPr txBox="1"/>
          <p:nvPr>
            <p:ph idx="1" type="body"/>
          </p:nvPr>
        </p:nvSpPr>
        <p:spPr>
          <a:xfrm>
            <a:off x="685494" y="4401096"/>
            <a:ext cx="5487000" cy="3599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64" name="Google Shape;164;p7:notes"/>
          <p:cNvSpPr/>
          <p:nvPr>
            <p:ph idx="2" type="sldImg"/>
          </p:nvPr>
        </p:nvSpPr>
        <p:spPr>
          <a:xfrm>
            <a:off x="463130" y="1143179"/>
            <a:ext cx="5931600" cy="30864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Google Shape;172;p10:notes"/>
          <p:cNvSpPr txBox="1"/>
          <p:nvPr>
            <p:ph idx="1" type="body"/>
          </p:nvPr>
        </p:nvSpPr>
        <p:spPr>
          <a:xfrm>
            <a:off x="685494" y="4401096"/>
            <a:ext cx="5487000" cy="3599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73" name="Google Shape;173;p10:notes"/>
          <p:cNvSpPr/>
          <p:nvPr>
            <p:ph idx="2" type="sldImg"/>
          </p:nvPr>
        </p:nvSpPr>
        <p:spPr>
          <a:xfrm>
            <a:off x="463130" y="1143179"/>
            <a:ext cx="5931600" cy="30864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8:notes"/>
          <p:cNvSpPr txBox="1"/>
          <p:nvPr>
            <p:ph idx="1" type="body"/>
          </p:nvPr>
        </p:nvSpPr>
        <p:spPr>
          <a:xfrm>
            <a:off x="685494" y="4401096"/>
            <a:ext cx="5487000" cy="3599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84" name="Google Shape;184;p8:notes"/>
          <p:cNvSpPr/>
          <p:nvPr>
            <p:ph idx="2" type="sldImg"/>
          </p:nvPr>
        </p:nvSpPr>
        <p:spPr>
          <a:xfrm>
            <a:off x="463130" y="1143179"/>
            <a:ext cx="5931600" cy="30864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9:notes"/>
          <p:cNvSpPr txBox="1"/>
          <p:nvPr>
            <p:ph idx="1" type="body"/>
          </p:nvPr>
        </p:nvSpPr>
        <p:spPr>
          <a:xfrm>
            <a:off x="685494" y="4401096"/>
            <a:ext cx="5487000" cy="3599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91" name="Google Shape;191;p9:notes"/>
          <p:cNvSpPr/>
          <p:nvPr>
            <p:ph idx="2" type="sldImg"/>
          </p:nvPr>
        </p:nvSpPr>
        <p:spPr>
          <a:xfrm>
            <a:off x="463130" y="1143179"/>
            <a:ext cx="5931600" cy="30864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2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p11:notes"/>
          <p:cNvSpPr txBox="1"/>
          <p:nvPr>
            <p:ph idx="1" type="body"/>
          </p:nvPr>
        </p:nvSpPr>
        <p:spPr>
          <a:xfrm>
            <a:off x="685494" y="4401096"/>
            <a:ext cx="5487000" cy="3599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204" name="Google Shape;204;p11:notes"/>
          <p:cNvSpPr/>
          <p:nvPr>
            <p:ph idx="2" type="sldImg"/>
          </p:nvPr>
        </p:nvSpPr>
        <p:spPr>
          <a:xfrm>
            <a:off x="463130" y="1143179"/>
            <a:ext cx="5931600" cy="30864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2:notes"/>
          <p:cNvSpPr/>
          <p:nvPr>
            <p:ph idx="2" type="sldImg"/>
          </p:nvPr>
        </p:nvSpPr>
        <p:spPr>
          <a:xfrm>
            <a:off x="463130" y="1143179"/>
            <a:ext cx="5931600" cy="30864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12" name="Google Shape;212;p12:notes"/>
          <p:cNvSpPr txBox="1"/>
          <p:nvPr>
            <p:ph idx="1" type="body"/>
          </p:nvPr>
        </p:nvSpPr>
        <p:spPr>
          <a:xfrm>
            <a:off x="685494" y="4401096"/>
            <a:ext cx="5487000" cy="3599700"/>
          </a:xfrm>
          <a:prstGeom prst="rect">
            <a:avLst/>
          </a:prstGeom>
          <a:noFill/>
          <a:ln>
            <a:noFill/>
          </a:ln>
        </p:spPr>
        <p:txBody>
          <a:bodyPr anchorCtr="0" anchor="t" bIns="43050" lIns="86100" spcFirstLastPara="1" rIns="86100" wrap="square" tIns="4305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213" name="Google Shape;213;p12:notes"/>
          <p:cNvSpPr txBox="1"/>
          <p:nvPr>
            <p:ph idx="12" type="sldNum"/>
          </p:nvPr>
        </p:nvSpPr>
        <p:spPr>
          <a:xfrm>
            <a:off x="3884462" y="8685889"/>
            <a:ext cx="2971800" cy="458100"/>
          </a:xfrm>
          <a:prstGeom prst="rect">
            <a:avLst/>
          </a:prstGeom>
          <a:noFill/>
          <a:ln>
            <a:noFill/>
          </a:ln>
        </p:spPr>
        <p:txBody>
          <a:bodyPr anchorCtr="0" anchor="b" bIns="43050" lIns="86100" spcFirstLastPara="1" rIns="86100" wrap="square" tIns="4305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fld id="{00000000-1234-1234-1234-123412341234}" type="slidenum">
              <a:rPr b="0" i="0" lang="en" sz="13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3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13:notes"/>
          <p:cNvSpPr txBox="1"/>
          <p:nvPr>
            <p:ph idx="1" type="body"/>
          </p:nvPr>
        </p:nvSpPr>
        <p:spPr>
          <a:xfrm>
            <a:off x="685494" y="4401096"/>
            <a:ext cx="5487000" cy="3599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220" name="Google Shape;220;p13:notes"/>
          <p:cNvSpPr/>
          <p:nvPr>
            <p:ph idx="2" type="sldImg"/>
          </p:nvPr>
        </p:nvSpPr>
        <p:spPr>
          <a:xfrm>
            <a:off x="463130" y="1143179"/>
            <a:ext cx="5931600" cy="30864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5:notes"/>
          <p:cNvSpPr/>
          <p:nvPr>
            <p:ph idx="2" type="sldImg"/>
          </p:nvPr>
        </p:nvSpPr>
        <p:spPr>
          <a:xfrm>
            <a:off x="463130" y="1143179"/>
            <a:ext cx="5931600" cy="30864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32" name="Google Shape;232;p15:notes"/>
          <p:cNvSpPr txBox="1"/>
          <p:nvPr>
            <p:ph idx="1" type="body"/>
          </p:nvPr>
        </p:nvSpPr>
        <p:spPr>
          <a:xfrm>
            <a:off x="685494" y="4401096"/>
            <a:ext cx="5487000" cy="3599700"/>
          </a:xfrm>
          <a:prstGeom prst="rect">
            <a:avLst/>
          </a:prstGeom>
          <a:noFill/>
          <a:ln>
            <a:noFill/>
          </a:ln>
        </p:spPr>
        <p:txBody>
          <a:bodyPr anchorCtr="0" anchor="t" bIns="43050" lIns="86100" spcFirstLastPara="1" rIns="86100" wrap="square" tIns="4305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233" name="Google Shape;233;p15:notes"/>
          <p:cNvSpPr txBox="1"/>
          <p:nvPr>
            <p:ph idx="12" type="sldNum"/>
          </p:nvPr>
        </p:nvSpPr>
        <p:spPr>
          <a:xfrm>
            <a:off x="3884462" y="8685889"/>
            <a:ext cx="2971800" cy="458100"/>
          </a:xfrm>
          <a:prstGeom prst="rect">
            <a:avLst/>
          </a:prstGeom>
          <a:noFill/>
          <a:ln>
            <a:noFill/>
          </a:ln>
        </p:spPr>
        <p:txBody>
          <a:bodyPr anchorCtr="0" anchor="b" bIns="43050" lIns="86100" spcFirstLastPara="1" rIns="86100" wrap="square" tIns="4305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fld id="{00000000-1234-1234-1234-123412341234}" type="slidenum">
              <a:rPr b="0" i="0" lang="en" sz="13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3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16:notes"/>
          <p:cNvSpPr txBox="1"/>
          <p:nvPr>
            <p:ph idx="1" type="body"/>
          </p:nvPr>
        </p:nvSpPr>
        <p:spPr>
          <a:xfrm>
            <a:off x="685494" y="4401096"/>
            <a:ext cx="5487000" cy="3599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246" name="Google Shape;246;p16:notes"/>
          <p:cNvSpPr/>
          <p:nvPr>
            <p:ph idx="2" type="sldImg"/>
          </p:nvPr>
        </p:nvSpPr>
        <p:spPr>
          <a:xfrm>
            <a:off x="463130" y="1143179"/>
            <a:ext cx="5931600" cy="30864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17:notes"/>
          <p:cNvSpPr txBox="1"/>
          <p:nvPr>
            <p:ph idx="1" type="body"/>
          </p:nvPr>
        </p:nvSpPr>
        <p:spPr>
          <a:xfrm>
            <a:off x="685494" y="4401096"/>
            <a:ext cx="5487000" cy="3599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253" name="Google Shape;253;p17:notes"/>
          <p:cNvSpPr/>
          <p:nvPr>
            <p:ph idx="2" type="sldImg"/>
          </p:nvPr>
        </p:nvSpPr>
        <p:spPr>
          <a:xfrm>
            <a:off x="463130" y="1143179"/>
            <a:ext cx="5931600" cy="30864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18:notes"/>
          <p:cNvSpPr txBox="1"/>
          <p:nvPr>
            <p:ph idx="1" type="body"/>
          </p:nvPr>
        </p:nvSpPr>
        <p:spPr>
          <a:xfrm>
            <a:off x="685494" y="4401096"/>
            <a:ext cx="5487000" cy="3599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261" name="Google Shape;261;p18:notes"/>
          <p:cNvSpPr/>
          <p:nvPr>
            <p:ph idx="2" type="sldImg"/>
          </p:nvPr>
        </p:nvSpPr>
        <p:spPr>
          <a:xfrm>
            <a:off x="463130" y="1143179"/>
            <a:ext cx="5931600" cy="30864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8" name="Shape 2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9" name="Google Shape;269;p19:notes"/>
          <p:cNvSpPr txBox="1"/>
          <p:nvPr>
            <p:ph idx="1" type="body"/>
          </p:nvPr>
        </p:nvSpPr>
        <p:spPr>
          <a:xfrm>
            <a:off x="685494" y="4401096"/>
            <a:ext cx="5487000" cy="3599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270" name="Google Shape;270;p19:notes"/>
          <p:cNvSpPr/>
          <p:nvPr>
            <p:ph idx="2" type="sldImg"/>
          </p:nvPr>
        </p:nvSpPr>
        <p:spPr>
          <a:xfrm>
            <a:off x="463130" y="1143179"/>
            <a:ext cx="5931600" cy="30864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2" name="Shape 2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3" name="Google Shape;283;g8df8344cd4_0_29:notes"/>
          <p:cNvSpPr txBox="1"/>
          <p:nvPr>
            <p:ph idx="1" type="body"/>
          </p:nvPr>
        </p:nvSpPr>
        <p:spPr>
          <a:xfrm>
            <a:off x="685494" y="4401096"/>
            <a:ext cx="5487000" cy="3599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284" name="Google Shape;284;g8df8344cd4_0_29:notes"/>
          <p:cNvSpPr/>
          <p:nvPr>
            <p:ph idx="2" type="sldImg"/>
          </p:nvPr>
        </p:nvSpPr>
        <p:spPr>
          <a:xfrm>
            <a:off x="463130" y="1143179"/>
            <a:ext cx="5931600" cy="30864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g8df8344cd4_0_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5" name="Google Shape;295;g8df8344cd4_0_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9" name="Shape 2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0" name="Google Shape;300;p20:notes"/>
          <p:cNvSpPr txBox="1"/>
          <p:nvPr>
            <p:ph idx="1" type="body"/>
          </p:nvPr>
        </p:nvSpPr>
        <p:spPr>
          <a:xfrm>
            <a:off x="685494" y="4401096"/>
            <a:ext cx="5487000" cy="3599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301" name="Google Shape;301;p20:notes"/>
          <p:cNvSpPr/>
          <p:nvPr>
            <p:ph idx="2" type="sldImg"/>
          </p:nvPr>
        </p:nvSpPr>
        <p:spPr>
          <a:xfrm>
            <a:off x="463130" y="1143179"/>
            <a:ext cx="5931600" cy="30864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21:notes"/>
          <p:cNvSpPr txBox="1"/>
          <p:nvPr>
            <p:ph idx="1" type="body"/>
          </p:nvPr>
        </p:nvSpPr>
        <p:spPr>
          <a:xfrm>
            <a:off x="685494" y="4401096"/>
            <a:ext cx="5487000" cy="3599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308" name="Google Shape;308;p21:notes"/>
          <p:cNvSpPr/>
          <p:nvPr>
            <p:ph idx="2" type="sldImg"/>
          </p:nvPr>
        </p:nvSpPr>
        <p:spPr>
          <a:xfrm>
            <a:off x="463130" y="1143179"/>
            <a:ext cx="5931600" cy="30864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7" name="Shape 3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8" name="Google Shape;318;p23:notes"/>
          <p:cNvSpPr txBox="1"/>
          <p:nvPr>
            <p:ph idx="1" type="body"/>
          </p:nvPr>
        </p:nvSpPr>
        <p:spPr>
          <a:xfrm>
            <a:off x="685494" y="4401096"/>
            <a:ext cx="5487000" cy="3599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319" name="Google Shape;319;p23:notes"/>
          <p:cNvSpPr/>
          <p:nvPr>
            <p:ph idx="2" type="sldImg"/>
          </p:nvPr>
        </p:nvSpPr>
        <p:spPr>
          <a:xfrm>
            <a:off x="463130" y="1143179"/>
            <a:ext cx="5931600" cy="30864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2"/>
          <p:cNvSpPr/>
          <p:nvPr/>
        </p:nvSpPr>
        <p:spPr>
          <a:xfrm>
            <a:off x="2381" y="4800600"/>
            <a:ext cx="9141600" cy="342900"/>
          </a:xfrm>
          <a:prstGeom prst="rect">
            <a:avLst/>
          </a:prstGeom>
          <a:solidFill>
            <a:srgbClr val="262626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" name="Google Shape;15;p2"/>
          <p:cNvSpPr txBox="1"/>
          <p:nvPr>
            <p:ph type="ctrTitle"/>
          </p:nvPr>
        </p:nvSpPr>
        <p:spPr>
          <a:xfrm>
            <a:off x="822960" y="569214"/>
            <a:ext cx="7543800" cy="2674500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6000"/>
              <a:buFont typeface="Calibri"/>
              <a:buNone/>
              <a:defRPr sz="6000">
                <a:solidFill>
                  <a:srgbClr val="262626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6" name="Google Shape;16;p2"/>
          <p:cNvSpPr txBox="1"/>
          <p:nvPr>
            <p:ph idx="1" type="subTitle"/>
          </p:nvPr>
        </p:nvSpPr>
        <p:spPr>
          <a:xfrm>
            <a:off x="825038" y="3483864"/>
            <a:ext cx="7543800" cy="857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800"/>
              <a:buNone/>
              <a:defRPr sz="1800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3F3F3F"/>
              </a:buClr>
              <a:buSzPts val="1800"/>
              <a:buNone/>
              <a:defRPr sz="1800"/>
            </a:lvl2pPr>
            <a:lvl3pPr lvl="2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3F3F3F"/>
              </a:buClr>
              <a:buSzPts val="1800"/>
              <a:buNone/>
              <a:defRPr sz="1800"/>
            </a:lvl3pPr>
            <a:lvl4pPr lvl="3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3F3F3F"/>
              </a:buClr>
              <a:buSzPts val="1500"/>
              <a:buNone/>
              <a:defRPr sz="1500"/>
            </a:lvl4pPr>
            <a:lvl5pPr lvl="4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3F3F3F"/>
              </a:buClr>
              <a:buSzPts val="1500"/>
              <a:buNone/>
              <a:defRPr sz="1500"/>
            </a:lvl5pPr>
            <a:lvl6pPr lvl="5" algn="ctr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1500"/>
              <a:buNone/>
              <a:defRPr sz="1500"/>
            </a:lvl6pPr>
            <a:lvl7pPr lvl="6" algn="ctr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1500"/>
              <a:buNone/>
              <a:defRPr sz="1500"/>
            </a:lvl7pPr>
            <a:lvl8pPr lvl="7" algn="ctr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1500"/>
              <a:buNone/>
              <a:defRPr sz="1500"/>
            </a:lvl8pPr>
            <a:lvl9pPr lvl="8" algn="ctr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SzPts val="1500"/>
              <a:buNone/>
              <a:defRPr sz="1500"/>
            </a:lvl9pPr>
          </a:lstStyle>
          <a:p/>
        </p:txBody>
      </p:sp>
      <p:cxnSp>
        <p:nvCxnSpPr>
          <p:cNvPr id="17" name="Google Shape;17;p2"/>
          <p:cNvCxnSpPr/>
          <p:nvPr/>
        </p:nvCxnSpPr>
        <p:spPr>
          <a:xfrm>
            <a:off x="905744" y="3356056"/>
            <a:ext cx="7406400" cy="0"/>
          </a:xfrm>
          <a:prstGeom prst="straightConnector1">
            <a:avLst/>
          </a:prstGeom>
          <a:noFill/>
          <a:ln cap="flat" cmpd="sng" w="12700">
            <a:solidFill>
              <a:srgbClr val="3F3F3F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8" name="Google Shape;18;p2"/>
          <p:cNvSpPr txBox="1"/>
          <p:nvPr>
            <p:ph idx="10" type="dt"/>
          </p:nvPr>
        </p:nvSpPr>
        <p:spPr>
          <a:xfrm>
            <a:off x="6163819" y="4835128"/>
            <a:ext cx="19386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9" name="Google Shape;19;p2"/>
          <p:cNvSpPr txBox="1"/>
          <p:nvPr>
            <p:ph idx="11" type="ftr"/>
          </p:nvPr>
        </p:nvSpPr>
        <p:spPr>
          <a:xfrm>
            <a:off x="822959" y="4835128"/>
            <a:ext cx="51138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2" type="sldNum"/>
          </p:nvPr>
        </p:nvSpPr>
        <p:spPr>
          <a:xfrm>
            <a:off x="8245187" y="4835128"/>
            <a:ext cx="5850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ly title">
  <p:cSld name="Only title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3"/>
          <p:cNvSpPr txBox="1"/>
          <p:nvPr>
            <p:ph type="title"/>
          </p:nvPr>
        </p:nvSpPr>
        <p:spPr>
          <a:xfrm>
            <a:off x="306000" y="360363"/>
            <a:ext cx="5649600" cy="558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23" name="Google Shape;23;p3"/>
          <p:cNvSpPr txBox="1"/>
          <p:nvPr>
            <p:ph idx="10" type="dt"/>
          </p:nvPr>
        </p:nvSpPr>
        <p:spPr>
          <a:xfrm>
            <a:off x="7618295" y="4896000"/>
            <a:ext cx="833400" cy="202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24" name="Google Shape;24;p3"/>
          <p:cNvSpPr txBox="1"/>
          <p:nvPr>
            <p:ph idx="12" type="sldNum"/>
          </p:nvPr>
        </p:nvSpPr>
        <p:spPr>
          <a:xfrm>
            <a:off x="8447812" y="4896000"/>
            <a:ext cx="389400" cy="202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5" name="Google Shape;25;p3"/>
          <p:cNvSpPr txBox="1"/>
          <p:nvPr>
            <p:ph idx="11" type="ftr"/>
          </p:nvPr>
        </p:nvSpPr>
        <p:spPr>
          <a:xfrm>
            <a:off x="3196962" y="4896000"/>
            <a:ext cx="4378500" cy="202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  <p:extLst>
    <p:ext uri="{DCECCB84-F9BA-43D5-87BE-67443E8EF086}">
      <p15:sldGuideLst>
        <p15:guide id="1" pos="2976">
          <p15:clr>
            <a:srgbClr val="FBAE40"/>
          </p15:clr>
        </p15:guide>
        <p15:guide id="2" orient="horz" pos="2909">
          <p15:clr>
            <a:srgbClr val="FBAE40"/>
          </p15:clr>
        </p15:guide>
        <p15:guide id="3" orient="horz" pos="963">
          <p15:clr>
            <a:srgbClr val="FBAE40"/>
          </p15:clr>
        </p15:guide>
        <p15:guide id="4" pos="2784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26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Google Shape;27;p4"/>
          <p:cNvSpPr/>
          <p:nvPr/>
        </p:nvSpPr>
        <p:spPr>
          <a:xfrm>
            <a:off x="2381" y="4800600"/>
            <a:ext cx="9141600" cy="342900"/>
          </a:xfrm>
          <a:prstGeom prst="rect">
            <a:avLst/>
          </a:prstGeom>
          <a:solidFill>
            <a:srgbClr val="262626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" name="Google Shape;28;p4"/>
          <p:cNvSpPr txBox="1"/>
          <p:nvPr>
            <p:ph idx="10" type="dt"/>
          </p:nvPr>
        </p:nvSpPr>
        <p:spPr>
          <a:xfrm>
            <a:off x="6163819" y="4835128"/>
            <a:ext cx="19386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29" name="Google Shape;29;p4"/>
          <p:cNvSpPr txBox="1"/>
          <p:nvPr>
            <p:ph idx="11" type="ftr"/>
          </p:nvPr>
        </p:nvSpPr>
        <p:spPr>
          <a:xfrm>
            <a:off x="822959" y="4835128"/>
            <a:ext cx="51138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30" name="Google Shape;30;p4"/>
          <p:cNvSpPr txBox="1"/>
          <p:nvPr>
            <p:ph idx="12" type="sldNum"/>
          </p:nvPr>
        </p:nvSpPr>
        <p:spPr>
          <a:xfrm>
            <a:off x="8245187" y="4835128"/>
            <a:ext cx="5850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numbering">
  <p:cSld name="Title and numbering">
    <p:spTree>
      <p:nvGrpSpPr>
        <p:cNvPr id="3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Google Shape;32;p5"/>
          <p:cNvSpPr txBox="1"/>
          <p:nvPr>
            <p:ph type="title"/>
          </p:nvPr>
        </p:nvSpPr>
        <p:spPr>
          <a:xfrm>
            <a:off x="306000" y="360363"/>
            <a:ext cx="5649600" cy="558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33" name="Google Shape;33;p5"/>
          <p:cNvSpPr txBox="1"/>
          <p:nvPr>
            <p:ph idx="1" type="body"/>
          </p:nvPr>
        </p:nvSpPr>
        <p:spPr>
          <a:xfrm>
            <a:off x="306000" y="1206000"/>
            <a:ext cx="8530200" cy="3628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17500" lvl="0" marL="457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AutoNum type="arabicPeriod"/>
              <a:defRPr/>
            </a:lvl1pPr>
            <a:lvl2pPr indent="-342900" lvl="1" marL="914400" algn="l">
              <a:lnSpc>
                <a:spcPct val="110000"/>
              </a:lnSpc>
              <a:spcBef>
                <a:spcPts val="600"/>
              </a:spcBef>
              <a:spcAft>
                <a:spcPts val="0"/>
              </a:spcAft>
              <a:buClr>
                <a:schemeClr val="dk2"/>
              </a:buClr>
              <a:buSzPts val="1800"/>
              <a:buChar char="◦"/>
              <a:defRPr/>
            </a:lvl2pPr>
            <a:lvl3pPr indent="-342900" lvl="2" marL="1371600" algn="l">
              <a:lnSpc>
                <a:spcPct val="110000"/>
              </a:lnSpc>
              <a:spcBef>
                <a:spcPts val="600"/>
              </a:spcBef>
              <a:spcAft>
                <a:spcPts val="0"/>
              </a:spcAft>
              <a:buClr>
                <a:schemeClr val="dk2"/>
              </a:buClr>
              <a:buSzPts val="1800"/>
              <a:buChar char="◦"/>
              <a:defRPr/>
            </a:lvl3pPr>
            <a:lvl4pPr indent="-342900" lvl="3" marL="1828800" algn="l">
              <a:lnSpc>
                <a:spcPct val="110000"/>
              </a:lnSpc>
              <a:spcBef>
                <a:spcPts val="600"/>
              </a:spcBef>
              <a:spcAft>
                <a:spcPts val="0"/>
              </a:spcAft>
              <a:buClr>
                <a:schemeClr val="dk2"/>
              </a:buClr>
              <a:buSzPts val="1800"/>
              <a:buChar char="◦"/>
              <a:defRPr/>
            </a:lvl4pPr>
            <a:lvl5pPr indent="-342900" lvl="4" marL="2286000" algn="l">
              <a:lnSpc>
                <a:spcPct val="110000"/>
              </a:lnSpc>
              <a:spcBef>
                <a:spcPts val="600"/>
              </a:spcBef>
              <a:spcAft>
                <a:spcPts val="0"/>
              </a:spcAft>
              <a:buClr>
                <a:schemeClr val="dk2"/>
              </a:buClr>
              <a:buSzPts val="1800"/>
              <a:buChar char="◦"/>
              <a:defRPr/>
            </a:lvl5pPr>
            <a:lvl6pPr indent="-342900" lvl="5" marL="2743200" algn="l">
              <a:lnSpc>
                <a:spcPct val="110000"/>
              </a:lnSpc>
              <a:spcBef>
                <a:spcPts val="600"/>
              </a:spcBef>
              <a:spcAft>
                <a:spcPts val="0"/>
              </a:spcAft>
              <a:buClr>
                <a:schemeClr val="dk2"/>
              </a:buClr>
              <a:buSzPts val="1800"/>
              <a:buChar char="◦"/>
              <a:defRPr/>
            </a:lvl6pPr>
            <a:lvl7pPr indent="-342900" lvl="6" marL="3200400" algn="l">
              <a:lnSpc>
                <a:spcPct val="110000"/>
              </a:lnSpc>
              <a:spcBef>
                <a:spcPts val="600"/>
              </a:spcBef>
              <a:spcAft>
                <a:spcPts val="0"/>
              </a:spcAft>
              <a:buClr>
                <a:schemeClr val="dk2"/>
              </a:buClr>
              <a:buSzPts val="1800"/>
              <a:buChar char="◦"/>
              <a:defRPr/>
            </a:lvl7pPr>
            <a:lvl8pPr indent="-342900" lvl="7" marL="3657600" algn="l">
              <a:lnSpc>
                <a:spcPct val="110000"/>
              </a:lnSpc>
              <a:spcBef>
                <a:spcPts val="600"/>
              </a:spcBef>
              <a:spcAft>
                <a:spcPts val="0"/>
              </a:spcAft>
              <a:buClr>
                <a:schemeClr val="dk2"/>
              </a:buClr>
              <a:buSzPts val="1800"/>
              <a:buChar char="◦"/>
              <a:defRPr/>
            </a:lvl8pPr>
            <a:lvl9pPr indent="-342900" lvl="8" marL="4114800" algn="l">
              <a:lnSpc>
                <a:spcPct val="110000"/>
              </a:lnSpc>
              <a:spcBef>
                <a:spcPts val="600"/>
              </a:spcBef>
              <a:spcAft>
                <a:spcPts val="600"/>
              </a:spcAft>
              <a:buClr>
                <a:schemeClr val="dk2"/>
              </a:buClr>
              <a:buSzPts val="1800"/>
              <a:buChar char="◦"/>
              <a:defRPr/>
            </a:lvl9pPr>
          </a:lstStyle>
          <a:p/>
        </p:txBody>
      </p:sp>
      <p:sp>
        <p:nvSpPr>
          <p:cNvPr id="34" name="Google Shape;34;p5"/>
          <p:cNvSpPr txBox="1"/>
          <p:nvPr>
            <p:ph idx="10" type="dt"/>
          </p:nvPr>
        </p:nvSpPr>
        <p:spPr>
          <a:xfrm>
            <a:off x="7618295" y="4896000"/>
            <a:ext cx="833400" cy="202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35" name="Google Shape;35;p5"/>
          <p:cNvSpPr txBox="1"/>
          <p:nvPr>
            <p:ph idx="12" type="sldNum"/>
          </p:nvPr>
        </p:nvSpPr>
        <p:spPr>
          <a:xfrm>
            <a:off x="8447812" y="4896000"/>
            <a:ext cx="389400" cy="202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6" name="Google Shape;36;p5"/>
          <p:cNvSpPr txBox="1"/>
          <p:nvPr>
            <p:ph idx="11" type="ftr"/>
          </p:nvPr>
        </p:nvSpPr>
        <p:spPr>
          <a:xfrm>
            <a:off x="3196962" y="4896000"/>
            <a:ext cx="4378500" cy="202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6"/>
          <p:cNvSpPr txBox="1"/>
          <p:nvPr>
            <p:ph type="title"/>
          </p:nvPr>
        </p:nvSpPr>
        <p:spPr>
          <a:xfrm>
            <a:off x="822960" y="214952"/>
            <a:ext cx="7543800" cy="1088100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39" name="Google Shape;39;p6"/>
          <p:cNvSpPr txBox="1"/>
          <p:nvPr>
            <p:ph idx="1" type="body"/>
          </p:nvPr>
        </p:nvSpPr>
        <p:spPr>
          <a:xfrm>
            <a:off x="822960" y="1581151"/>
            <a:ext cx="7543800" cy="28206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0" spcFirstLastPara="1" rIns="0" wrap="square" tIns="34275">
            <a:noAutofit/>
          </a:bodyPr>
          <a:lstStyle>
            <a:lvl1pPr indent="-317500" lvl="0" marL="4572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400"/>
              <a:buChar char=" "/>
              <a:defRPr/>
            </a:lvl1pPr>
            <a:lvl2pPr indent="-317500" lvl="1" marL="9144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3F3F3F"/>
              </a:buClr>
              <a:buSzPts val="1400"/>
              <a:buChar char="◦"/>
              <a:defRPr/>
            </a:lvl2pPr>
            <a:lvl3pPr indent="-317500" lvl="2" marL="1371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3F3F3F"/>
              </a:buClr>
              <a:buSzPts val="1400"/>
              <a:buChar char="◦"/>
              <a:defRPr/>
            </a:lvl3pPr>
            <a:lvl4pPr indent="-317500" lvl="3" marL="18288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3F3F3F"/>
              </a:buClr>
              <a:buSzPts val="1400"/>
              <a:buChar char="◦"/>
              <a:defRPr/>
            </a:lvl4pPr>
            <a:lvl5pPr indent="-317500" lvl="4" marL="22860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3F3F3F"/>
              </a:buClr>
              <a:buSzPts val="1400"/>
              <a:buChar char="◦"/>
              <a:defRPr/>
            </a:lvl5pPr>
            <a:lvl6pPr indent="-317500" lvl="5" marL="27432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1400"/>
              <a:buChar char="◦"/>
              <a:defRPr/>
            </a:lvl6pPr>
            <a:lvl7pPr indent="-317500" lvl="6" marL="32004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1400"/>
              <a:buChar char="◦"/>
              <a:defRPr/>
            </a:lvl7pPr>
            <a:lvl8pPr indent="-317500" lvl="7" marL="36576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1400"/>
              <a:buChar char="◦"/>
              <a:defRPr/>
            </a:lvl8pPr>
            <a:lvl9pPr indent="-317500" lvl="8" marL="4114800" algn="l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SzPts val="1400"/>
              <a:buChar char="◦"/>
              <a:defRPr/>
            </a:lvl9pPr>
          </a:lstStyle>
          <a:p/>
        </p:txBody>
      </p:sp>
      <p:sp>
        <p:nvSpPr>
          <p:cNvPr id="40" name="Google Shape;40;p6"/>
          <p:cNvSpPr txBox="1"/>
          <p:nvPr>
            <p:ph idx="10" type="dt"/>
          </p:nvPr>
        </p:nvSpPr>
        <p:spPr>
          <a:xfrm>
            <a:off x="6163819" y="4835128"/>
            <a:ext cx="19386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41" name="Google Shape;41;p6"/>
          <p:cNvSpPr txBox="1"/>
          <p:nvPr>
            <p:ph idx="11" type="ftr"/>
          </p:nvPr>
        </p:nvSpPr>
        <p:spPr>
          <a:xfrm>
            <a:off x="822959" y="4835128"/>
            <a:ext cx="51138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42" name="Google Shape;42;p6"/>
          <p:cNvSpPr txBox="1"/>
          <p:nvPr>
            <p:ph idx="12" type="sldNum"/>
          </p:nvPr>
        </p:nvSpPr>
        <p:spPr>
          <a:xfrm>
            <a:off x="8245187" y="4835128"/>
            <a:ext cx="5850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showMasterSp="0" type="objTx">
  <p:cSld name="OBJECT_WITH_CAPTION_TEXT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7"/>
          <p:cNvSpPr/>
          <p:nvPr/>
        </p:nvSpPr>
        <p:spPr>
          <a:xfrm>
            <a:off x="12" y="0"/>
            <a:ext cx="3490500" cy="5143500"/>
          </a:xfrm>
          <a:prstGeom prst="rect">
            <a:avLst/>
          </a:prstGeom>
          <a:solidFill>
            <a:srgbClr val="262626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" name="Google Shape;45;p7"/>
          <p:cNvSpPr txBox="1"/>
          <p:nvPr>
            <p:ph type="title"/>
          </p:nvPr>
        </p:nvSpPr>
        <p:spPr>
          <a:xfrm>
            <a:off x="482600" y="589787"/>
            <a:ext cx="2638200" cy="1570500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700"/>
              <a:buFont typeface="Calibri"/>
              <a:buNone/>
              <a:defRPr b="0" sz="2700">
                <a:solidFill>
                  <a:srgbClr val="FFFFFF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46" name="Google Shape;46;p7"/>
          <p:cNvSpPr txBox="1"/>
          <p:nvPr>
            <p:ph idx="1" type="body"/>
          </p:nvPr>
        </p:nvSpPr>
        <p:spPr>
          <a:xfrm>
            <a:off x="4094238" y="609599"/>
            <a:ext cx="4446300" cy="39711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0" spcFirstLastPara="1" rIns="0" wrap="square" tIns="34275">
            <a:noAutofit/>
          </a:bodyPr>
          <a:lstStyle>
            <a:lvl1pPr indent="-317500" lvl="0" marL="4572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400"/>
              <a:buChar char=" "/>
              <a:defRPr/>
            </a:lvl1pPr>
            <a:lvl2pPr indent="-317500" lvl="1" marL="9144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3F3F3F"/>
              </a:buClr>
              <a:buSzPts val="1400"/>
              <a:buChar char="◦"/>
              <a:defRPr/>
            </a:lvl2pPr>
            <a:lvl3pPr indent="-317500" lvl="2" marL="1371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3F3F3F"/>
              </a:buClr>
              <a:buSzPts val="1400"/>
              <a:buChar char="◦"/>
              <a:defRPr/>
            </a:lvl3pPr>
            <a:lvl4pPr indent="-317500" lvl="3" marL="18288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3F3F3F"/>
              </a:buClr>
              <a:buSzPts val="1400"/>
              <a:buChar char="◦"/>
              <a:defRPr/>
            </a:lvl4pPr>
            <a:lvl5pPr indent="-317500" lvl="4" marL="22860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3F3F3F"/>
              </a:buClr>
              <a:buSzPts val="1400"/>
              <a:buChar char="◦"/>
              <a:defRPr/>
            </a:lvl5pPr>
            <a:lvl6pPr indent="-317500" lvl="5" marL="27432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1400"/>
              <a:buChar char="◦"/>
              <a:defRPr/>
            </a:lvl6pPr>
            <a:lvl7pPr indent="-317500" lvl="6" marL="32004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1400"/>
              <a:buChar char="◦"/>
              <a:defRPr/>
            </a:lvl7pPr>
            <a:lvl8pPr indent="-317500" lvl="7" marL="36576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1400"/>
              <a:buChar char="◦"/>
              <a:defRPr/>
            </a:lvl8pPr>
            <a:lvl9pPr indent="-317500" lvl="8" marL="4114800" algn="l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SzPts val="1400"/>
              <a:buChar char="◦"/>
              <a:defRPr/>
            </a:lvl9pPr>
          </a:lstStyle>
          <a:p/>
        </p:txBody>
      </p:sp>
      <p:sp>
        <p:nvSpPr>
          <p:cNvPr id="47" name="Google Shape;47;p7"/>
          <p:cNvSpPr txBox="1"/>
          <p:nvPr>
            <p:ph idx="2" type="body"/>
          </p:nvPr>
        </p:nvSpPr>
        <p:spPr>
          <a:xfrm>
            <a:off x="482599" y="2282288"/>
            <a:ext cx="2638200" cy="2298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FFFFFF"/>
                </a:solidFill>
              </a:defRPr>
            </a:lvl1pPr>
            <a:lvl2pPr indent="-228600" lvl="1" marL="9144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3F3F3F"/>
              </a:buClr>
              <a:buSzPts val="900"/>
              <a:buNone/>
              <a:defRPr sz="900"/>
            </a:lvl2pPr>
            <a:lvl3pPr indent="-228600" lvl="2" marL="1371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3F3F3F"/>
              </a:buClr>
              <a:buSzPts val="800"/>
              <a:buNone/>
              <a:defRPr sz="800"/>
            </a:lvl3pPr>
            <a:lvl4pPr indent="-228600" lvl="3" marL="18288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3F3F3F"/>
              </a:buClr>
              <a:buSzPts val="700"/>
              <a:buNone/>
              <a:defRPr sz="700"/>
            </a:lvl4pPr>
            <a:lvl5pPr indent="-228600" lvl="4" marL="22860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3F3F3F"/>
              </a:buClr>
              <a:buSzPts val="700"/>
              <a:buNone/>
              <a:defRPr sz="700"/>
            </a:lvl5pPr>
            <a:lvl6pPr indent="-228600" lvl="5" marL="27432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700"/>
              <a:buNone/>
              <a:defRPr sz="700"/>
            </a:lvl6pPr>
            <a:lvl7pPr indent="-228600" lvl="6" marL="32004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700"/>
              <a:buNone/>
              <a:defRPr sz="700"/>
            </a:lvl7pPr>
            <a:lvl8pPr indent="-228600" lvl="7" marL="36576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700"/>
              <a:buNone/>
              <a:defRPr sz="700"/>
            </a:lvl8pPr>
            <a:lvl9pPr indent="-228600" lvl="8" marL="4114800" algn="l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SzPts val="700"/>
              <a:buNone/>
              <a:defRPr sz="700"/>
            </a:lvl9pPr>
          </a:lstStyle>
          <a:p/>
        </p:txBody>
      </p:sp>
      <p:sp>
        <p:nvSpPr>
          <p:cNvPr id="48" name="Google Shape;48;p7"/>
          <p:cNvSpPr txBox="1"/>
          <p:nvPr>
            <p:ph idx="10" type="dt"/>
          </p:nvPr>
        </p:nvSpPr>
        <p:spPr>
          <a:xfrm>
            <a:off x="482598" y="4834890"/>
            <a:ext cx="26382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49" name="Google Shape;49;p7"/>
          <p:cNvSpPr txBox="1"/>
          <p:nvPr>
            <p:ph idx="11" type="ftr"/>
          </p:nvPr>
        </p:nvSpPr>
        <p:spPr>
          <a:xfrm>
            <a:off x="4094237" y="4834890"/>
            <a:ext cx="400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>
                <a:solidFill>
                  <a:schemeClr val="dk2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50" name="Google Shape;50;p7"/>
          <p:cNvSpPr txBox="1"/>
          <p:nvPr>
            <p:ph idx="12" type="sldNum"/>
          </p:nvPr>
        </p:nvSpPr>
        <p:spPr>
          <a:xfrm>
            <a:off x="8245187" y="4835128"/>
            <a:ext cx="5850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5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Google Shape;52;p8"/>
          <p:cNvSpPr txBox="1"/>
          <p:nvPr>
            <p:ph type="title"/>
          </p:nvPr>
        </p:nvSpPr>
        <p:spPr>
          <a:xfrm>
            <a:off x="822960" y="214952"/>
            <a:ext cx="7543800" cy="1088100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53" name="Google Shape;53;p8"/>
          <p:cNvSpPr txBox="1"/>
          <p:nvPr>
            <p:ph idx="1" type="body"/>
          </p:nvPr>
        </p:nvSpPr>
        <p:spPr>
          <a:xfrm>
            <a:off x="822960" y="1590675"/>
            <a:ext cx="3480000" cy="2811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0" spcFirstLastPara="1" rIns="0" wrap="square" tIns="34275">
            <a:noAutofit/>
          </a:bodyPr>
          <a:lstStyle>
            <a:lvl1pPr indent="-317500" lvl="0" marL="4572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400"/>
              <a:buChar char=" "/>
              <a:defRPr/>
            </a:lvl1pPr>
            <a:lvl2pPr indent="-317500" lvl="1" marL="9144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3F3F3F"/>
              </a:buClr>
              <a:buSzPts val="1400"/>
              <a:buChar char="◦"/>
              <a:defRPr/>
            </a:lvl2pPr>
            <a:lvl3pPr indent="-317500" lvl="2" marL="1371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3F3F3F"/>
              </a:buClr>
              <a:buSzPts val="1400"/>
              <a:buChar char="◦"/>
              <a:defRPr/>
            </a:lvl3pPr>
            <a:lvl4pPr indent="-317500" lvl="3" marL="18288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3F3F3F"/>
              </a:buClr>
              <a:buSzPts val="1400"/>
              <a:buChar char="◦"/>
              <a:defRPr/>
            </a:lvl4pPr>
            <a:lvl5pPr indent="-317500" lvl="4" marL="22860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3F3F3F"/>
              </a:buClr>
              <a:buSzPts val="1400"/>
              <a:buChar char="◦"/>
              <a:defRPr/>
            </a:lvl5pPr>
            <a:lvl6pPr indent="-317500" lvl="5" marL="27432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1400"/>
              <a:buChar char="◦"/>
              <a:defRPr/>
            </a:lvl6pPr>
            <a:lvl7pPr indent="-317500" lvl="6" marL="32004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1400"/>
              <a:buChar char="◦"/>
              <a:defRPr/>
            </a:lvl7pPr>
            <a:lvl8pPr indent="-317500" lvl="7" marL="36576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1400"/>
              <a:buChar char="◦"/>
              <a:defRPr/>
            </a:lvl8pPr>
            <a:lvl9pPr indent="-317500" lvl="8" marL="4114800" algn="l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SzPts val="1400"/>
              <a:buChar char="◦"/>
              <a:defRPr/>
            </a:lvl9pPr>
          </a:lstStyle>
          <a:p/>
        </p:txBody>
      </p:sp>
      <p:sp>
        <p:nvSpPr>
          <p:cNvPr id="54" name="Google Shape;54;p8"/>
          <p:cNvSpPr txBox="1"/>
          <p:nvPr>
            <p:ph idx="2" type="body"/>
          </p:nvPr>
        </p:nvSpPr>
        <p:spPr>
          <a:xfrm>
            <a:off x="4886958" y="1590675"/>
            <a:ext cx="3480000" cy="2811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0" spcFirstLastPara="1" rIns="0" wrap="square" tIns="34275">
            <a:noAutofit/>
          </a:bodyPr>
          <a:lstStyle>
            <a:lvl1pPr indent="-317500" lvl="0" marL="4572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400"/>
              <a:buChar char=" "/>
              <a:defRPr/>
            </a:lvl1pPr>
            <a:lvl2pPr indent="-317500" lvl="1" marL="9144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3F3F3F"/>
              </a:buClr>
              <a:buSzPts val="1400"/>
              <a:buChar char="◦"/>
              <a:defRPr/>
            </a:lvl2pPr>
            <a:lvl3pPr indent="-317500" lvl="2" marL="1371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3F3F3F"/>
              </a:buClr>
              <a:buSzPts val="1400"/>
              <a:buChar char="◦"/>
              <a:defRPr/>
            </a:lvl3pPr>
            <a:lvl4pPr indent="-317500" lvl="3" marL="18288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3F3F3F"/>
              </a:buClr>
              <a:buSzPts val="1400"/>
              <a:buChar char="◦"/>
              <a:defRPr/>
            </a:lvl4pPr>
            <a:lvl5pPr indent="-317500" lvl="4" marL="22860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3F3F3F"/>
              </a:buClr>
              <a:buSzPts val="1400"/>
              <a:buChar char="◦"/>
              <a:defRPr/>
            </a:lvl5pPr>
            <a:lvl6pPr indent="-317500" lvl="5" marL="27432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1400"/>
              <a:buChar char="◦"/>
              <a:defRPr/>
            </a:lvl6pPr>
            <a:lvl7pPr indent="-317500" lvl="6" marL="32004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1400"/>
              <a:buChar char="◦"/>
              <a:defRPr/>
            </a:lvl7pPr>
            <a:lvl8pPr indent="-317500" lvl="7" marL="36576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1400"/>
              <a:buChar char="◦"/>
              <a:defRPr/>
            </a:lvl8pPr>
            <a:lvl9pPr indent="-317500" lvl="8" marL="4114800" algn="l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SzPts val="1400"/>
              <a:buChar char="◦"/>
              <a:defRPr/>
            </a:lvl9pPr>
          </a:lstStyle>
          <a:p/>
        </p:txBody>
      </p:sp>
      <p:sp>
        <p:nvSpPr>
          <p:cNvPr id="55" name="Google Shape;55;p8"/>
          <p:cNvSpPr txBox="1"/>
          <p:nvPr>
            <p:ph idx="10" type="dt"/>
          </p:nvPr>
        </p:nvSpPr>
        <p:spPr>
          <a:xfrm>
            <a:off x="6163819" y="4835128"/>
            <a:ext cx="19386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56" name="Google Shape;56;p8"/>
          <p:cNvSpPr txBox="1"/>
          <p:nvPr>
            <p:ph idx="11" type="ftr"/>
          </p:nvPr>
        </p:nvSpPr>
        <p:spPr>
          <a:xfrm>
            <a:off x="822959" y="4835128"/>
            <a:ext cx="51138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57" name="Google Shape;57;p8"/>
          <p:cNvSpPr txBox="1"/>
          <p:nvPr>
            <p:ph idx="12" type="sldNum"/>
          </p:nvPr>
        </p:nvSpPr>
        <p:spPr>
          <a:xfrm>
            <a:off x="8245187" y="4835128"/>
            <a:ext cx="5850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bg>
      <p:bgPr>
        <a:solidFill>
          <a:schemeClr val="lt1"/>
        </a:solidFill>
      </p:bgPr>
    </p:bg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9"/>
          <p:cNvSpPr/>
          <p:nvPr/>
        </p:nvSpPr>
        <p:spPr>
          <a:xfrm>
            <a:off x="2381" y="4800600"/>
            <a:ext cx="9141600" cy="342900"/>
          </a:xfrm>
          <a:prstGeom prst="rect">
            <a:avLst/>
          </a:prstGeom>
          <a:solidFill>
            <a:srgbClr val="262626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" name="Google Shape;60;p9"/>
          <p:cNvSpPr txBox="1"/>
          <p:nvPr>
            <p:ph type="title"/>
          </p:nvPr>
        </p:nvSpPr>
        <p:spPr>
          <a:xfrm>
            <a:off x="822960" y="569214"/>
            <a:ext cx="7543800" cy="2674500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6000"/>
              <a:buFont typeface="Calibri"/>
              <a:buNone/>
              <a:defRPr b="0" sz="6000">
                <a:solidFill>
                  <a:srgbClr val="262626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61" name="Google Shape;61;p9"/>
          <p:cNvSpPr txBox="1"/>
          <p:nvPr>
            <p:ph idx="1" type="body"/>
          </p:nvPr>
        </p:nvSpPr>
        <p:spPr>
          <a:xfrm>
            <a:off x="822960" y="3497580"/>
            <a:ext cx="7543800" cy="857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800"/>
              <a:buNone/>
              <a:defRPr sz="1800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100"/>
              <a:buNone/>
              <a:defRPr sz="11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100"/>
              <a:buNone/>
              <a:defRPr sz="11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1100"/>
              <a:buNone/>
              <a:defRPr sz="11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1100"/>
              <a:buNone/>
              <a:defRPr sz="11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1100"/>
              <a:buNone/>
              <a:defRPr sz="11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SzPts val="1100"/>
              <a:buNone/>
              <a:defRPr sz="1100">
                <a:solidFill>
                  <a:srgbClr val="888888"/>
                </a:solidFill>
              </a:defRPr>
            </a:lvl9pPr>
          </a:lstStyle>
          <a:p/>
        </p:txBody>
      </p:sp>
      <p:cxnSp>
        <p:nvCxnSpPr>
          <p:cNvPr id="62" name="Google Shape;62;p9"/>
          <p:cNvCxnSpPr/>
          <p:nvPr/>
        </p:nvCxnSpPr>
        <p:spPr>
          <a:xfrm>
            <a:off x="905744" y="3363849"/>
            <a:ext cx="7406400" cy="0"/>
          </a:xfrm>
          <a:prstGeom prst="straightConnector1">
            <a:avLst/>
          </a:prstGeom>
          <a:noFill/>
          <a:ln cap="flat" cmpd="sng" w="12700">
            <a:solidFill>
              <a:srgbClr val="3F3F3F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3" name="Google Shape;63;p9"/>
          <p:cNvSpPr txBox="1"/>
          <p:nvPr>
            <p:ph idx="10" type="dt"/>
          </p:nvPr>
        </p:nvSpPr>
        <p:spPr>
          <a:xfrm>
            <a:off x="6163819" y="4835128"/>
            <a:ext cx="19386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64" name="Google Shape;64;p9"/>
          <p:cNvSpPr txBox="1"/>
          <p:nvPr>
            <p:ph idx="11" type="ftr"/>
          </p:nvPr>
        </p:nvSpPr>
        <p:spPr>
          <a:xfrm>
            <a:off x="822959" y="4835128"/>
            <a:ext cx="51138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2" type="sldNum"/>
          </p:nvPr>
        </p:nvSpPr>
        <p:spPr>
          <a:xfrm>
            <a:off x="8245187" y="4835128"/>
            <a:ext cx="5850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10"/>
          <p:cNvSpPr txBox="1"/>
          <p:nvPr>
            <p:ph type="title"/>
          </p:nvPr>
        </p:nvSpPr>
        <p:spPr>
          <a:xfrm>
            <a:off x="822960" y="214952"/>
            <a:ext cx="7543800" cy="1088100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68" name="Google Shape;68;p10"/>
          <p:cNvSpPr txBox="1"/>
          <p:nvPr>
            <p:ph idx="1" type="body"/>
          </p:nvPr>
        </p:nvSpPr>
        <p:spPr>
          <a:xfrm>
            <a:off x="822960" y="1543050"/>
            <a:ext cx="3480000" cy="552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500"/>
              <a:buNone/>
              <a:defRPr b="0" sz="1500" cap="none">
                <a:solidFill>
                  <a:schemeClr val="dk1"/>
                </a:solidFill>
              </a:defRPr>
            </a:lvl1pPr>
            <a:lvl2pPr indent="-228600" lvl="1" marL="9144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3F3F3F"/>
              </a:buClr>
              <a:buSzPts val="1500"/>
              <a:buNone/>
              <a:defRPr b="1" sz="1500"/>
            </a:lvl2pPr>
            <a:lvl3pPr indent="-228600" lvl="2" marL="1371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3F3F3F"/>
              </a:buClr>
              <a:buSzPts val="1400"/>
              <a:buNone/>
              <a:defRPr b="1" sz="1400"/>
            </a:lvl3pPr>
            <a:lvl4pPr indent="-228600" lvl="3" marL="18288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3F3F3F"/>
              </a:buClr>
              <a:buSzPts val="1200"/>
              <a:buNone/>
              <a:defRPr b="1" sz="1200"/>
            </a:lvl4pPr>
            <a:lvl5pPr indent="-228600" lvl="4" marL="22860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3F3F3F"/>
              </a:buClr>
              <a:buSzPts val="1200"/>
              <a:buNone/>
              <a:defRPr b="1" sz="1200"/>
            </a:lvl5pPr>
            <a:lvl6pPr indent="-228600" lvl="5" marL="27432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1200"/>
              <a:buNone/>
              <a:defRPr b="1" sz="1200"/>
            </a:lvl6pPr>
            <a:lvl7pPr indent="-228600" lvl="6" marL="32004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1200"/>
              <a:buNone/>
              <a:defRPr b="1" sz="1200"/>
            </a:lvl7pPr>
            <a:lvl8pPr indent="-228600" lvl="7" marL="36576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1200"/>
              <a:buNone/>
              <a:defRPr b="1" sz="1200"/>
            </a:lvl8pPr>
            <a:lvl9pPr indent="-228600" lvl="8" marL="4114800" algn="l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SzPts val="1200"/>
              <a:buNone/>
              <a:defRPr b="1" sz="1200"/>
            </a:lvl9pPr>
          </a:lstStyle>
          <a:p/>
        </p:txBody>
      </p:sp>
      <p:sp>
        <p:nvSpPr>
          <p:cNvPr id="69" name="Google Shape;69;p10"/>
          <p:cNvSpPr txBox="1"/>
          <p:nvPr>
            <p:ph idx="2" type="body"/>
          </p:nvPr>
        </p:nvSpPr>
        <p:spPr>
          <a:xfrm>
            <a:off x="822960" y="2218706"/>
            <a:ext cx="3480000" cy="21831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0" spcFirstLastPara="1" rIns="0" wrap="square" tIns="34275">
            <a:noAutofit/>
          </a:bodyPr>
          <a:lstStyle>
            <a:lvl1pPr indent="-317500" lvl="0" marL="4572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400"/>
              <a:buChar char=" "/>
              <a:defRPr/>
            </a:lvl1pPr>
            <a:lvl2pPr indent="-317500" lvl="1" marL="9144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3F3F3F"/>
              </a:buClr>
              <a:buSzPts val="1400"/>
              <a:buChar char="◦"/>
              <a:defRPr/>
            </a:lvl2pPr>
            <a:lvl3pPr indent="-317500" lvl="2" marL="1371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3F3F3F"/>
              </a:buClr>
              <a:buSzPts val="1400"/>
              <a:buChar char="◦"/>
              <a:defRPr/>
            </a:lvl3pPr>
            <a:lvl4pPr indent="-317500" lvl="3" marL="18288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3F3F3F"/>
              </a:buClr>
              <a:buSzPts val="1400"/>
              <a:buChar char="◦"/>
              <a:defRPr/>
            </a:lvl4pPr>
            <a:lvl5pPr indent="-317500" lvl="4" marL="22860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3F3F3F"/>
              </a:buClr>
              <a:buSzPts val="1400"/>
              <a:buChar char="◦"/>
              <a:defRPr/>
            </a:lvl5pPr>
            <a:lvl6pPr indent="-317500" lvl="5" marL="27432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1400"/>
              <a:buChar char="◦"/>
              <a:defRPr/>
            </a:lvl6pPr>
            <a:lvl7pPr indent="-317500" lvl="6" marL="32004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1400"/>
              <a:buChar char="◦"/>
              <a:defRPr/>
            </a:lvl7pPr>
            <a:lvl8pPr indent="-317500" lvl="7" marL="36576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1400"/>
              <a:buChar char="◦"/>
              <a:defRPr/>
            </a:lvl8pPr>
            <a:lvl9pPr indent="-317500" lvl="8" marL="4114800" algn="l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SzPts val="1400"/>
              <a:buChar char="◦"/>
              <a:defRPr/>
            </a:lvl9pPr>
          </a:lstStyle>
          <a:p/>
        </p:txBody>
      </p:sp>
      <p:sp>
        <p:nvSpPr>
          <p:cNvPr id="70" name="Google Shape;70;p10"/>
          <p:cNvSpPr txBox="1"/>
          <p:nvPr>
            <p:ph idx="3" type="body"/>
          </p:nvPr>
        </p:nvSpPr>
        <p:spPr>
          <a:xfrm>
            <a:off x="4886958" y="1543050"/>
            <a:ext cx="3480000" cy="552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500"/>
              <a:buNone/>
              <a:defRPr b="0" sz="1500" cap="none">
                <a:solidFill>
                  <a:schemeClr val="dk1"/>
                </a:solidFill>
              </a:defRPr>
            </a:lvl1pPr>
            <a:lvl2pPr indent="-228600" lvl="1" marL="9144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3F3F3F"/>
              </a:buClr>
              <a:buSzPts val="1500"/>
              <a:buNone/>
              <a:defRPr b="1" sz="1500"/>
            </a:lvl2pPr>
            <a:lvl3pPr indent="-228600" lvl="2" marL="1371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3F3F3F"/>
              </a:buClr>
              <a:buSzPts val="1400"/>
              <a:buNone/>
              <a:defRPr b="1" sz="1400"/>
            </a:lvl3pPr>
            <a:lvl4pPr indent="-228600" lvl="3" marL="18288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3F3F3F"/>
              </a:buClr>
              <a:buSzPts val="1200"/>
              <a:buNone/>
              <a:defRPr b="1" sz="1200"/>
            </a:lvl4pPr>
            <a:lvl5pPr indent="-228600" lvl="4" marL="22860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3F3F3F"/>
              </a:buClr>
              <a:buSzPts val="1200"/>
              <a:buNone/>
              <a:defRPr b="1" sz="1200"/>
            </a:lvl5pPr>
            <a:lvl6pPr indent="-228600" lvl="5" marL="27432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1200"/>
              <a:buNone/>
              <a:defRPr b="1" sz="1200"/>
            </a:lvl6pPr>
            <a:lvl7pPr indent="-228600" lvl="6" marL="32004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1200"/>
              <a:buNone/>
              <a:defRPr b="1" sz="1200"/>
            </a:lvl7pPr>
            <a:lvl8pPr indent="-228600" lvl="7" marL="36576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1200"/>
              <a:buNone/>
              <a:defRPr b="1" sz="1200"/>
            </a:lvl8pPr>
            <a:lvl9pPr indent="-228600" lvl="8" marL="4114800" algn="l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SzPts val="1200"/>
              <a:buNone/>
              <a:defRPr b="1" sz="1200"/>
            </a:lvl9pPr>
          </a:lstStyle>
          <a:p/>
        </p:txBody>
      </p:sp>
      <p:sp>
        <p:nvSpPr>
          <p:cNvPr id="71" name="Google Shape;71;p10"/>
          <p:cNvSpPr txBox="1"/>
          <p:nvPr>
            <p:ph idx="4" type="body"/>
          </p:nvPr>
        </p:nvSpPr>
        <p:spPr>
          <a:xfrm>
            <a:off x="4886958" y="2218705"/>
            <a:ext cx="3480000" cy="21831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0" spcFirstLastPara="1" rIns="0" wrap="square" tIns="34275">
            <a:noAutofit/>
          </a:bodyPr>
          <a:lstStyle>
            <a:lvl1pPr indent="-317500" lvl="0" marL="4572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400"/>
              <a:buChar char=" "/>
              <a:defRPr/>
            </a:lvl1pPr>
            <a:lvl2pPr indent="-317500" lvl="1" marL="9144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3F3F3F"/>
              </a:buClr>
              <a:buSzPts val="1400"/>
              <a:buChar char="◦"/>
              <a:defRPr/>
            </a:lvl2pPr>
            <a:lvl3pPr indent="-317500" lvl="2" marL="1371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3F3F3F"/>
              </a:buClr>
              <a:buSzPts val="1400"/>
              <a:buChar char="◦"/>
              <a:defRPr/>
            </a:lvl3pPr>
            <a:lvl4pPr indent="-317500" lvl="3" marL="18288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3F3F3F"/>
              </a:buClr>
              <a:buSzPts val="1400"/>
              <a:buChar char="◦"/>
              <a:defRPr/>
            </a:lvl4pPr>
            <a:lvl5pPr indent="-317500" lvl="4" marL="22860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3F3F3F"/>
              </a:buClr>
              <a:buSzPts val="1400"/>
              <a:buChar char="◦"/>
              <a:defRPr/>
            </a:lvl5pPr>
            <a:lvl6pPr indent="-317500" lvl="5" marL="27432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1400"/>
              <a:buChar char="◦"/>
              <a:defRPr/>
            </a:lvl6pPr>
            <a:lvl7pPr indent="-317500" lvl="6" marL="32004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1400"/>
              <a:buChar char="◦"/>
              <a:defRPr/>
            </a:lvl7pPr>
            <a:lvl8pPr indent="-317500" lvl="7" marL="36576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1400"/>
              <a:buChar char="◦"/>
              <a:defRPr/>
            </a:lvl8pPr>
            <a:lvl9pPr indent="-317500" lvl="8" marL="4114800" algn="l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SzPts val="1400"/>
              <a:buChar char="◦"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0" type="dt"/>
          </p:nvPr>
        </p:nvSpPr>
        <p:spPr>
          <a:xfrm>
            <a:off x="6163819" y="4835128"/>
            <a:ext cx="19386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3" name="Google Shape;73;p10"/>
          <p:cNvSpPr txBox="1"/>
          <p:nvPr>
            <p:ph idx="11" type="ftr"/>
          </p:nvPr>
        </p:nvSpPr>
        <p:spPr>
          <a:xfrm>
            <a:off x="822959" y="4835128"/>
            <a:ext cx="51138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4" name="Google Shape;74;p10"/>
          <p:cNvSpPr txBox="1"/>
          <p:nvPr>
            <p:ph idx="12" type="sldNum"/>
          </p:nvPr>
        </p:nvSpPr>
        <p:spPr>
          <a:xfrm>
            <a:off x="8245187" y="4835128"/>
            <a:ext cx="5850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p11"/>
          <p:cNvSpPr txBox="1"/>
          <p:nvPr>
            <p:ph type="title"/>
          </p:nvPr>
        </p:nvSpPr>
        <p:spPr>
          <a:xfrm>
            <a:off x="822960" y="214952"/>
            <a:ext cx="7543800" cy="1088100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7" name="Google Shape;77;p11"/>
          <p:cNvSpPr txBox="1"/>
          <p:nvPr>
            <p:ph idx="10" type="dt"/>
          </p:nvPr>
        </p:nvSpPr>
        <p:spPr>
          <a:xfrm>
            <a:off x="6163819" y="4835128"/>
            <a:ext cx="19386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8" name="Google Shape;78;p11"/>
          <p:cNvSpPr txBox="1"/>
          <p:nvPr>
            <p:ph idx="11" type="ftr"/>
          </p:nvPr>
        </p:nvSpPr>
        <p:spPr>
          <a:xfrm>
            <a:off x="822959" y="4835128"/>
            <a:ext cx="51138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9" name="Google Shape;79;p11"/>
          <p:cNvSpPr txBox="1"/>
          <p:nvPr>
            <p:ph idx="12" type="sldNum"/>
          </p:nvPr>
        </p:nvSpPr>
        <p:spPr>
          <a:xfrm>
            <a:off x="8245187" y="4835128"/>
            <a:ext cx="5850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2"/>
          <p:cNvSpPr/>
          <p:nvPr/>
        </p:nvSpPr>
        <p:spPr>
          <a:xfrm>
            <a:off x="0" y="3433763"/>
            <a:ext cx="9141600" cy="1709700"/>
          </a:xfrm>
          <a:prstGeom prst="rect">
            <a:avLst/>
          </a:prstGeom>
          <a:solidFill>
            <a:srgbClr val="262626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2" name="Google Shape;82;p12"/>
          <p:cNvSpPr/>
          <p:nvPr>
            <p:ph idx="2" type="pic"/>
          </p:nvPr>
        </p:nvSpPr>
        <p:spPr>
          <a:xfrm>
            <a:off x="11" y="0"/>
            <a:ext cx="9144000" cy="3433800"/>
          </a:xfrm>
          <a:prstGeom prst="rect">
            <a:avLst/>
          </a:prstGeom>
          <a:solidFill>
            <a:srgbClr val="D8D8D8"/>
          </a:solidFill>
          <a:ln>
            <a:noFill/>
          </a:ln>
        </p:spPr>
        <p:txBody>
          <a:bodyPr anchorCtr="0" anchor="t" bIns="34275" lIns="342900" spcFirstLastPara="1" rIns="0" wrap="square" tIns="3429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Calibri"/>
              <a:buNone/>
              <a:defRPr b="0" i="0" sz="2400" u="none" cap="none" strike="noStrik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3F3F3F"/>
              </a:buClr>
              <a:buSzPts val="2100"/>
              <a:buFont typeface="Calibri"/>
              <a:buNone/>
              <a:defRPr b="0" i="0" sz="2100" u="none" cap="none" strike="noStrik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3F3F3F"/>
              </a:buClr>
              <a:buSzPts val="1800"/>
              <a:buFont typeface="Calibri"/>
              <a:buNone/>
              <a:defRPr b="0" i="0" sz="1800" u="none" cap="none" strike="noStrik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3F3F3F"/>
              </a:buClr>
              <a:buSzPts val="1500"/>
              <a:buFont typeface="Calibri"/>
              <a:buNone/>
              <a:defRPr b="0" i="0" sz="1500" u="none" cap="none" strike="noStrik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3F3F3F"/>
              </a:buClr>
              <a:buSzPts val="1500"/>
              <a:buFont typeface="Calibri"/>
              <a:buNone/>
              <a:defRPr b="0" i="0" sz="1500" u="none" cap="none" strike="noStrik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Clr>
                <a:schemeClr val="accent1"/>
              </a:buClr>
              <a:buSzPts val="1500"/>
              <a:buFont typeface="Calibri"/>
              <a:buNone/>
              <a:defRPr b="0" i="0" sz="1500" u="none" cap="none" strike="noStrik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Clr>
                <a:schemeClr val="accent1"/>
              </a:buClr>
              <a:buSzPts val="1500"/>
              <a:buFont typeface="Calibri"/>
              <a:buNone/>
              <a:defRPr b="0" i="0" sz="1500" u="none" cap="none" strike="noStrik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Clr>
                <a:schemeClr val="accent1"/>
              </a:buClr>
              <a:buSzPts val="1500"/>
              <a:buFont typeface="Calibri"/>
              <a:buNone/>
              <a:defRPr b="0" i="0" sz="1500" u="none" cap="none" strike="noStrik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SzPts val="1500"/>
              <a:buFont typeface="Calibri"/>
              <a:buNone/>
              <a:defRPr b="0" i="0" sz="1500" u="none" cap="none" strike="noStrik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3" name="Google Shape;83;p12"/>
          <p:cNvSpPr txBox="1"/>
          <p:nvPr>
            <p:ph type="title"/>
          </p:nvPr>
        </p:nvSpPr>
        <p:spPr>
          <a:xfrm>
            <a:off x="822959" y="3599522"/>
            <a:ext cx="7585200" cy="5577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68575" spcFirstLastPara="1" rIns="68575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700"/>
              <a:buFont typeface="Calibri"/>
              <a:buNone/>
              <a:defRPr b="0" sz="2700">
                <a:solidFill>
                  <a:srgbClr val="FFFFFF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84" name="Google Shape;84;p12"/>
          <p:cNvSpPr txBox="1"/>
          <p:nvPr>
            <p:ph idx="1" type="body"/>
          </p:nvPr>
        </p:nvSpPr>
        <p:spPr>
          <a:xfrm>
            <a:off x="822959" y="4286250"/>
            <a:ext cx="75849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68575" spcFirstLastPara="1" rIns="68575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FFFFFF"/>
                </a:solidFill>
              </a:defRPr>
            </a:lvl1pPr>
            <a:lvl2pPr indent="-228600" lvl="1" marL="9144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3F3F3F"/>
              </a:buClr>
              <a:buSzPts val="900"/>
              <a:buNone/>
              <a:defRPr sz="900"/>
            </a:lvl2pPr>
            <a:lvl3pPr indent="-228600" lvl="2" marL="1371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3F3F3F"/>
              </a:buClr>
              <a:buSzPts val="800"/>
              <a:buNone/>
              <a:defRPr sz="800"/>
            </a:lvl3pPr>
            <a:lvl4pPr indent="-228600" lvl="3" marL="18288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3F3F3F"/>
              </a:buClr>
              <a:buSzPts val="700"/>
              <a:buNone/>
              <a:defRPr sz="700"/>
            </a:lvl4pPr>
            <a:lvl5pPr indent="-228600" lvl="4" marL="22860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3F3F3F"/>
              </a:buClr>
              <a:buSzPts val="700"/>
              <a:buNone/>
              <a:defRPr sz="700"/>
            </a:lvl5pPr>
            <a:lvl6pPr indent="-228600" lvl="5" marL="27432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700"/>
              <a:buNone/>
              <a:defRPr sz="700"/>
            </a:lvl6pPr>
            <a:lvl7pPr indent="-228600" lvl="6" marL="32004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700"/>
              <a:buNone/>
              <a:defRPr sz="700"/>
            </a:lvl7pPr>
            <a:lvl8pPr indent="-228600" lvl="7" marL="36576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700"/>
              <a:buNone/>
              <a:defRPr sz="700"/>
            </a:lvl8pPr>
            <a:lvl9pPr indent="-228600" lvl="8" marL="4114800" algn="l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SzPts val="700"/>
              <a:buNone/>
              <a:defRPr sz="700"/>
            </a:lvl9pPr>
          </a:lstStyle>
          <a:p/>
        </p:txBody>
      </p:sp>
      <p:sp>
        <p:nvSpPr>
          <p:cNvPr id="85" name="Google Shape;85;p12"/>
          <p:cNvSpPr txBox="1"/>
          <p:nvPr>
            <p:ph idx="10" type="dt"/>
          </p:nvPr>
        </p:nvSpPr>
        <p:spPr>
          <a:xfrm>
            <a:off x="6163819" y="4835128"/>
            <a:ext cx="19386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1" type="ftr"/>
          </p:nvPr>
        </p:nvSpPr>
        <p:spPr>
          <a:xfrm>
            <a:off x="822959" y="4835128"/>
            <a:ext cx="51138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2" type="sldNum"/>
          </p:nvPr>
        </p:nvSpPr>
        <p:spPr>
          <a:xfrm>
            <a:off x="8245187" y="4835128"/>
            <a:ext cx="5850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13"/>
          <p:cNvSpPr txBox="1"/>
          <p:nvPr>
            <p:ph type="title"/>
          </p:nvPr>
        </p:nvSpPr>
        <p:spPr>
          <a:xfrm>
            <a:off x="822960" y="214952"/>
            <a:ext cx="7543800" cy="1088100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90" name="Google Shape;90;p13"/>
          <p:cNvSpPr txBox="1"/>
          <p:nvPr>
            <p:ph idx="1" type="body"/>
          </p:nvPr>
        </p:nvSpPr>
        <p:spPr>
          <a:xfrm rot="5400000">
            <a:off x="3184560" y="-780449"/>
            <a:ext cx="2820600" cy="7543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34275" spcFirstLastPara="1" rIns="34275" wrap="square" tIns="0">
            <a:noAutofit/>
          </a:bodyPr>
          <a:lstStyle>
            <a:lvl1pPr indent="-317500" lvl="0" marL="4572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400"/>
              <a:buChar char=" "/>
              <a:defRPr/>
            </a:lvl1pPr>
            <a:lvl2pPr indent="-317500" lvl="1" marL="9144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3F3F3F"/>
              </a:buClr>
              <a:buSzPts val="1400"/>
              <a:buChar char="◦"/>
              <a:defRPr/>
            </a:lvl2pPr>
            <a:lvl3pPr indent="-317500" lvl="2" marL="1371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3F3F3F"/>
              </a:buClr>
              <a:buSzPts val="1400"/>
              <a:buChar char="◦"/>
              <a:defRPr/>
            </a:lvl3pPr>
            <a:lvl4pPr indent="-317500" lvl="3" marL="18288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3F3F3F"/>
              </a:buClr>
              <a:buSzPts val="1400"/>
              <a:buChar char="◦"/>
              <a:defRPr/>
            </a:lvl4pPr>
            <a:lvl5pPr indent="-317500" lvl="4" marL="22860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3F3F3F"/>
              </a:buClr>
              <a:buSzPts val="1400"/>
              <a:buChar char="◦"/>
              <a:defRPr/>
            </a:lvl5pPr>
            <a:lvl6pPr indent="-317500" lvl="5" marL="27432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1400"/>
              <a:buChar char="◦"/>
              <a:defRPr/>
            </a:lvl6pPr>
            <a:lvl7pPr indent="-317500" lvl="6" marL="32004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1400"/>
              <a:buChar char="◦"/>
              <a:defRPr/>
            </a:lvl7pPr>
            <a:lvl8pPr indent="-317500" lvl="7" marL="36576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1400"/>
              <a:buChar char="◦"/>
              <a:defRPr/>
            </a:lvl8pPr>
            <a:lvl9pPr indent="-317500" lvl="8" marL="4114800" algn="l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SzPts val="1400"/>
              <a:buChar char="◦"/>
              <a:defRPr/>
            </a:lvl9pPr>
          </a:lstStyle>
          <a:p/>
        </p:txBody>
      </p:sp>
      <p:sp>
        <p:nvSpPr>
          <p:cNvPr id="91" name="Google Shape;91;p13"/>
          <p:cNvSpPr txBox="1"/>
          <p:nvPr>
            <p:ph idx="10" type="dt"/>
          </p:nvPr>
        </p:nvSpPr>
        <p:spPr>
          <a:xfrm>
            <a:off x="6163819" y="4835128"/>
            <a:ext cx="19386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92" name="Google Shape;92;p13"/>
          <p:cNvSpPr txBox="1"/>
          <p:nvPr>
            <p:ph idx="11" type="ftr"/>
          </p:nvPr>
        </p:nvSpPr>
        <p:spPr>
          <a:xfrm>
            <a:off x="822959" y="4835128"/>
            <a:ext cx="51138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2" type="sldNum"/>
          </p:nvPr>
        </p:nvSpPr>
        <p:spPr>
          <a:xfrm>
            <a:off x="8245187" y="4835128"/>
            <a:ext cx="5850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4"/>
          <p:cNvSpPr/>
          <p:nvPr/>
        </p:nvSpPr>
        <p:spPr>
          <a:xfrm>
            <a:off x="2381" y="4800600"/>
            <a:ext cx="9141600" cy="342900"/>
          </a:xfrm>
          <a:prstGeom prst="rect">
            <a:avLst/>
          </a:prstGeom>
          <a:solidFill>
            <a:srgbClr val="262626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6" name="Google Shape;96;p14"/>
          <p:cNvSpPr txBox="1"/>
          <p:nvPr>
            <p:ph type="title"/>
          </p:nvPr>
        </p:nvSpPr>
        <p:spPr>
          <a:xfrm rot="5400000">
            <a:off x="5369550" y="1483427"/>
            <a:ext cx="4320000" cy="1971600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97" name="Google Shape;97;p14"/>
          <p:cNvSpPr txBox="1"/>
          <p:nvPr>
            <p:ph idx="1" type="body"/>
          </p:nvPr>
        </p:nvSpPr>
        <p:spPr>
          <a:xfrm rot="5400000">
            <a:off x="1368975" y="-431173"/>
            <a:ext cx="4320000" cy="58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34275" spcFirstLastPara="1" rIns="34275" wrap="square" tIns="0">
            <a:noAutofit/>
          </a:bodyPr>
          <a:lstStyle>
            <a:lvl1pPr indent="-317500" lvl="0" marL="4572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400"/>
              <a:buChar char=" "/>
              <a:defRPr/>
            </a:lvl1pPr>
            <a:lvl2pPr indent="-317500" lvl="1" marL="9144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3F3F3F"/>
              </a:buClr>
              <a:buSzPts val="1400"/>
              <a:buChar char="◦"/>
              <a:defRPr/>
            </a:lvl2pPr>
            <a:lvl3pPr indent="-317500" lvl="2" marL="1371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3F3F3F"/>
              </a:buClr>
              <a:buSzPts val="1400"/>
              <a:buChar char="◦"/>
              <a:defRPr/>
            </a:lvl3pPr>
            <a:lvl4pPr indent="-317500" lvl="3" marL="18288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3F3F3F"/>
              </a:buClr>
              <a:buSzPts val="1400"/>
              <a:buChar char="◦"/>
              <a:defRPr/>
            </a:lvl4pPr>
            <a:lvl5pPr indent="-317500" lvl="4" marL="22860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3F3F3F"/>
              </a:buClr>
              <a:buSzPts val="1400"/>
              <a:buChar char="◦"/>
              <a:defRPr/>
            </a:lvl5pPr>
            <a:lvl6pPr indent="-317500" lvl="5" marL="27432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1400"/>
              <a:buChar char="◦"/>
              <a:defRPr/>
            </a:lvl6pPr>
            <a:lvl7pPr indent="-317500" lvl="6" marL="32004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1400"/>
              <a:buChar char="◦"/>
              <a:defRPr/>
            </a:lvl7pPr>
            <a:lvl8pPr indent="-317500" lvl="7" marL="36576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1400"/>
              <a:buChar char="◦"/>
              <a:defRPr/>
            </a:lvl8pPr>
            <a:lvl9pPr indent="-317500" lvl="8" marL="4114800" algn="l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SzPts val="1400"/>
              <a:buChar char="◦"/>
              <a:defRPr/>
            </a:lvl9pPr>
          </a:lstStyle>
          <a:p/>
        </p:txBody>
      </p:sp>
      <p:sp>
        <p:nvSpPr>
          <p:cNvPr id="98" name="Google Shape;98;p14"/>
          <p:cNvSpPr txBox="1"/>
          <p:nvPr>
            <p:ph idx="10" type="dt"/>
          </p:nvPr>
        </p:nvSpPr>
        <p:spPr>
          <a:xfrm>
            <a:off x="6163819" y="4835128"/>
            <a:ext cx="19386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99" name="Google Shape;99;p14"/>
          <p:cNvSpPr txBox="1"/>
          <p:nvPr>
            <p:ph idx="11" type="ftr"/>
          </p:nvPr>
        </p:nvSpPr>
        <p:spPr>
          <a:xfrm>
            <a:off x="822959" y="4835128"/>
            <a:ext cx="51138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00" name="Google Shape;100;p14"/>
          <p:cNvSpPr txBox="1"/>
          <p:nvPr>
            <p:ph idx="12" type="sldNum"/>
          </p:nvPr>
        </p:nvSpPr>
        <p:spPr>
          <a:xfrm>
            <a:off x="8245187" y="4835128"/>
            <a:ext cx="5850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03" name="Google Shape;103;p15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0" spcFirstLastPara="1" rIns="0" wrap="square" tIns="34275">
            <a:noAutofit/>
          </a:bodyPr>
          <a:lstStyle>
            <a:lvl1pPr indent="-323850" lvl="0" marL="4572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500"/>
              <a:buChar char=" "/>
              <a:defRPr/>
            </a:lvl1pPr>
            <a:lvl2pPr indent="-317500" lvl="1" marL="9144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400"/>
              <a:buChar char="◦"/>
              <a:defRPr/>
            </a:lvl2pPr>
            <a:lvl3pPr indent="-298450" lvl="2" marL="1371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100"/>
              <a:buChar char="◦"/>
              <a:defRPr/>
            </a:lvl3pPr>
            <a:lvl4pPr indent="-298450" lvl="3" marL="18288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100"/>
              <a:buChar char="◦"/>
              <a:defRPr/>
            </a:lvl4pPr>
            <a:lvl5pPr indent="-298450" lvl="4" marL="22860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100"/>
              <a:buChar char="◦"/>
              <a:defRPr/>
            </a:lvl5pPr>
            <a:lvl6pPr indent="-298450" lvl="5" marL="27432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1100"/>
              <a:buChar char="◦"/>
              <a:defRPr/>
            </a:lvl6pPr>
            <a:lvl7pPr indent="-298450" lvl="6" marL="32004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1100"/>
              <a:buChar char="◦"/>
              <a:defRPr/>
            </a:lvl7pPr>
            <a:lvl8pPr indent="-298450" lvl="7" marL="36576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1100"/>
              <a:buChar char="◦"/>
              <a:defRPr/>
            </a:lvl8pPr>
            <a:lvl9pPr indent="-298450" lvl="8" marL="4114800" algn="l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SzPts val="1100"/>
              <a:buChar char="◦"/>
              <a:defRPr/>
            </a:lvl9pPr>
          </a:lstStyle>
          <a:p/>
        </p:txBody>
      </p:sp>
      <p:sp>
        <p:nvSpPr>
          <p:cNvPr id="104" name="Google Shape;104;p1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Title_Content_w_green_bkgrnd" showMasterSp="0">
  <p:cSld name="3_Title_Content_w_green_bkgrnd">
    <p:spTree>
      <p:nvGrpSpPr>
        <p:cNvPr id="105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p16"/>
          <p:cNvSpPr/>
          <p:nvPr/>
        </p:nvSpPr>
        <p:spPr>
          <a:xfrm>
            <a:off x="0" y="0"/>
            <a:ext cx="9142500" cy="5143500"/>
          </a:xfrm>
          <a:prstGeom prst="rect">
            <a:avLst/>
          </a:prstGeom>
          <a:solidFill>
            <a:srgbClr val="00368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t/>
            </a:r>
            <a:endParaRPr b="0" i="0" sz="135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7" name="Google Shape;107;p16"/>
          <p:cNvSpPr txBox="1"/>
          <p:nvPr>
            <p:ph idx="10" type="dt"/>
          </p:nvPr>
        </p:nvSpPr>
        <p:spPr>
          <a:xfrm>
            <a:off x="7618295" y="4896000"/>
            <a:ext cx="833400" cy="202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08" name="Google Shape;108;p16"/>
          <p:cNvSpPr txBox="1"/>
          <p:nvPr>
            <p:ph idx="12" type="sldNum"/>
          </p:nvPr>
        </p:nvSpPr>
        <p:spPr>
          <a:xfrm>
            <a:off x="8447812" y="4896000"/>
            <a:ext cx="389400" cy="202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09" name="Google Shape;109;p16"/>
          <p:cNvSpPr txBox="1"/>
          <p:nvPr>
            <p:ph idx="11" type="ftr"/>
          </p:nvPr>
        </p:nvSpPr>
        <p:spPr>
          <a:xfrm>
            <a:off x="3196962" y="4896000"/>
            <a:ext cx="4378500" cy="202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10" name="Google Shape;110;p16"/>
          <p:cNvSpPr txBox="1"/>
          <p:nvPr>
            <p:ph type="title"/>
          </p:nvPr>
        </p:nvSpPr>
        <p:spPr>
          <a:xfrm>
            <a:off x="306000" y="360363"/>
            <a:ext cx="5649600" cy="558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Arial"/>
              <a:buNone/>
              <a:defRPr b="1" sz="36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/>
          <p:nvPr/>
        </p:nvSpPr>
        <p:spPr>
          <a:xfrm>
            <a:off x="2381" y="4800600"/>
            <a:ext cx="9141600" cy="342900"/>
          </a:xfrm>
          <a:prstGeom prst="rect">
            <a:avLst/>
          </a:prstGeom>
          <a:solidFill>
            <a:srgbClr val="262626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" name="Google Shape;7;p1"/>
          <p:cNvSpPr txBox="1"/>
          <p:nvPr>
            <p:ph type="title"/>
          </p:nvPr>
        </p:nvSpPr>
        <p:spPr>
          <a:xfrm>
            <a:off x="822960" y="214952"/>
            <a:ext cx="7543800" cy="1088100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ts val="3600"/>
              <a:buFont typeface="Calibri"/>
              <a:buNone/>
              <a:defRPr b="0" i="0" sz="3600" u="none" cap="none" strike="noStrik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" type="body"/>
          </p:nvPr>
        </p:nvSpPr>
        <p:spPr>
          <a:xfrm>
            <a:off x="822960" y="1581151"/>
            <a:ext cx="7543800" cy="28206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0" spcFirstLastPara="1" rIns="0" wrap="square" tIns="34275">
            <a:noAutofit/>
          </a:bodyPr>
          <a:lstStyle>
            <a:lvl1pPr indent="-323850" lvl="0" marL="457200" marR="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accent1"/>
              </a:buClr>
              <a:buSzPts val="1500"/>
              <a:buFont typeface="Calibri"/>
              <a:buChar char=" "/>
              <a:defRPr b="0" i="0" sz="1500" u="none" cap="none" strike="noStrik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17500" lvl="1" marL="914400" marR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3F3F3F"/>
              </a:buClr>
              <a:buSzPts val="1400"/>
              <a:buFont typeface="Calibri"/>
              <a:buChar char="◦"/>
              <a:defRPr b="0" i="0" sz="1400" u="none" cap="none" strike="noStrik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98450" lvl="2" marL="1371600" marR="0" rtl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3F3F3F"/>
              </a:buClr>
              <a:buSzPts val="1100"/>
              <a:buFont typeface="Calibri"/>
              <a:buChar char="◦"/>
              <a:defRPr b="0" i="0" sz="1100" u="none" cap="none" strike="noStrik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98450" lvl="3" marL="1828800" marR="0" rtl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3F3F3F"/>
              </a:buClr>
              <a:buSzPts val="1100"/>
              <a:buFont typeface="Calibri"/>
              <a:buChar char="◦"/>
              <a:defRPr b="0" i="0" sz="1100" u="none" cap="none" strike="noStrik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3F3F3F"/>
              </a:buClr>
              <a:buSzPts val="1100"/>
              <a:buFont typeface="Calibri"/>
              <a:buChar char="◦"/>
              <a:defRPr b="0" i="0" sz="1100" u="none" cap="none" strike="noStrik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98450" lvl="5" marL="2743200" marR="0" rtl="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Clr>
                <a:schemeClr val="accent1"/>
              </a:buClr>
              <a:buSzPts val="1100"/>
              <a:buFont typeface="Calibri"/>
              <a:buChar char="◦"/>
              <a:defRPr b="0" i="0" sz="1100" u="none" cap="none" strike="noStrik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98450" lvl="6" marL="3200400" marR="0" rtl="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Clr>
                <a:schemeClr val="accent1"/>
              </a:buClr>
              <a:buSzPts val="1100"/>
              <a:buFont typeface="Calibri"/>
              <a:buChar char="◦"/>
              <a:defRPr b="0" i="0" sz="1100" u="none" cap="none" strike="noStrik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98450" lvl="7" marL="3657600" marR="0" rtl="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Clr>
                <a:schemeClr val="accent1"/>
              </a:buClr>
              <a:buSzPts val="1100"/>
              <a:buFont typeface="Calibri"/>
              <a:buChar char="◦"/>
              <a:defRPr b="0" i="0" sz="1100" u="none" cap="none" strike="noStrik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98450" lvl="8" marL="4114800" marR="0" rtl="0" algn="l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SzPts val="1100"/>
              <a:buFont typeface="Calibri"/>
              <a:buChar char="◦"/>
              <a:defRPr b="0" i="0" sz="1100" u="none" cap="none" strike="noStrik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9" name="Google Shape;9;p1"/>
          <p:cNvSpPr txBox="1"/>
          <p:nvPr>
            <p:ph idx="10" type="dt"/>
          </p:nvPr>
        </p:nvSpPr>
        <p:spPr>
          <a:xfrm>
            <a:off x="6163819" y="4835128"/>
            <a:ext cx="19386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7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" name="Google Shape;10;p1"/>
          <p:cNvSpPr txBox="1"/>
          <p:nvPr>
            <p:ph idx="11" type="ftr"/>
          </p:nvPr>
        </p:nvSpPr>
        <p:spPr>
          <a:xfrm>
            <a:off x="822959" y="4835128"/>
            <a:ext cx="51138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7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1" name="Google Shape;11;p1"/>
          <p:cNvSpPr txBox="1"/>
          <p:nvPr>
            <p:ph idx="12" type="sldNum"/>
          </p:nvPr>
        </p:nvSpPr>
        <p:spPr>
          <a:xfrm>
            <a:off x="8245187" y="4835128"/>
            <a:ext cx="5850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12" name="Google Shape;12;p1"/>
          <p:cNvCxnSpPr/>
          <p:nvPr/>
        </p:nvCxnSpPr>
        <p:spPr>
          <a:xfrm>
            <a:off x="895149" y="1423035"/>
            <a:ext cx="7475100" cy="0"/>
          </a:xfrm>
          <a:prstGeom prst="straightConnector1">
            <a:avLst/>
          </a:prstGeom>
          <a:noFill/>
          <a:ln cap="flat" cmpd="sng" w="12700">
            <a:solidFill>
              <a:srgbClr val="3F3F3F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Relationship Id="rId3" Type="http://schemas.openxmlformats.org/officeDocument/2006/relationships/hyperlink" Target="http://drive.google.com/file/d/15uZmpjzh71QEfSj9uQMqvuq57tvdI9N2/view" TargetMode="External"/><Relationship Id="rId4" Type="http://schemas.openxmlformats.org/officeDocument/2006/relationships/image" Target="../media/image6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7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8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1.gif"/><Relationship Id="rId4" Type="http://schemas.openxmlformats.org/officeDocument/2006/relationships/hyperlink" Target="https://keras.io/api/layers/convolution_layers/convolution2d/" TargetMode="Externa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gif"/><Relationship Id="rId4" Type="http://schemas.openxmlformats.org/officeDocument/2006/relationships/hyperlink" Target="https://keras.io/api/layers/pooling_layers/max_pooling2d/" TargetMode="Externa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0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2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2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7.gif"/><Relationship Id="rId4" Type="http://schemas.openxmlformats.org/officeDocument/2006/relationships/hyperlink" Target="https://becominghuman.ai/building-an-image-classifier-using-deep-learning-in-python-totally-from-a-beginners-perspective-be8dbaf22dd8" TargetMode="External"/><Relationship Id="rId5" Type="http://schemas.openxmlformats.org/officeDocument/2006/relationships/hyperlink" Target="https://towardsdatascience.com/image-classifier-cats-vs-dogs-with-convolutional-neural-networks-cnns-and-google-colabs-4e9af21ae7a8" TargetMode="Externa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4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9.png"/><Relationship Id="rId4" Type="http://schemas.openxmlformats.org/officeDocument/2006/relationships/image" Target="../media/image16.png"/><Relationship Id="rId5" Type="http://schemas.openxmlformats.org/officeDocument/2006/relationships/image" Target="../media/image1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17.png"/><Relationship Id="rId4" Type="http://schemas.openxmlformats.org/officeDocument/2006/relationships/image" Target="../media/image15.png"/><Relationship Id="rId5" Type="http://schemas.openxmlformats.org/officeDocument/2006/relationships/image" Target="../media/image18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22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0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9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26.png"/><Relationship Id="rId4" Type="http://schemas.openxmlformats.org/officeDocument/2006/relationships/image" Target="../media/image21.png"/><Relationship Id="rId5" Type="http://schemas.openxmlformats.org/officeDocument/2006/relationships/image" Target="../media/image24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25.png"/><Relationship Id="rId4" Type="http://schemas.openxmlformats.org/officeDocument/2006/relationships/image" Target="../media/image20.png"/><Relationship Id="rId5" Type="http://schemas.openxmlformats.org/officeDocument/2006/relationships/image" Target="../media/image2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7"/>
          <p:cNvSpPr txBox="1"/>
          <p:nvPr>
            <p:ph type="ctrTitle"/>
          </p:nvPr>
        </p:nvSpPr>
        <p:spPr>
          <a:xfrm>
            <a:off x="822960" y="569214"/>
            <a:ext cx="7543800" cy="2674500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"/>
              <a:t>ConvNet Theory and Terminology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0" name="Google Shape;120;p18" title="DL Dog PastaMaker.mp4">
            <a:hlinkClick r:id="rId3"/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055325" y="0"/>
            <a:ext cx="4838700" cy="48387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19"/>
          <p:cNvSpPr txBox="1"/>
          <p:nvPr>
            <p:ph type="title"/>
          </p:nvPr>
        </p:nvSpPr>
        <p:spPr>
          <a:xfrm>
            <a:off x="306000" y="360363"/>
            <a:ext cx="5649600" cy="558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</a:pPr>
            <a:r>
              <a:rPr lang="en"/>
              <a:t>Images are data!</a:t>
            </a:r>
            <a:endParaRPr/>
          </a:p>
        </p:txBody>
      </p:sp>
      <p:sp>
        <p:nvSpPr>
          <p:cNvPr id="126" name="Google Shape;126;p19"/>
          <p:cNvSpPr txBox="1"/>
          <p:nvPr>
            <p:ph idx="12" type="sldNum"/>
          </p:nvPr>
        </p:nvSpPr>
        <p:spPr>
          <a:xfrm>
            <a:off x="8447812" y="4896000"/>
            <a:ext cx="389400" cy="202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127" name="Google Shape;127;p19"/>
          <p:cNvPicPr preferRelativeResize="0"/>
          <p:nvPr/>
        </p:nvPicPr>
        <p:blipFill rotWithShape="1">
          <a:blip r:embed="rId3">
            <a:alphaModFix/>
          </a:blip>
          <a:srcRect b="27775" l="17232" r="21783" t="26192"/>
          <a:stretch/>
        </p:blipFill>
        <p:spPr>
          <a:xfrm>
            <a:off x="106136" y="1102178"/>
            <a:ext cx="8935099" cy="379382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p20"/>
          <p:cNvSpPr txBox="1"/>
          <p:nvPr>
            <p:ph type="title"/>
          </p:nvPr>
        </p:nvSpPr>
        <p:spPr>
          <a:xfrm>
            <a:off x="306000" y="360363"/>
            <a:ext cx="5649600" cy="558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</a:pPr>
            <a:r>
              <a:rPr lang="en"/>
              <a:t>Outline kernel and convolution</a:t>
            </a:r>
            <a:endParaRPr/>
          </a:p>
        </p:txBody>
      </p:sp>
      <p:sp>
        <p:nvSpPr>
          <p:cNvPr id="133" name="Google Shape;133;p20"/>
          <p:cNvSpPr txBox="1"/>
          <p:nvPr>
            <p:ph idx="12" type="sldNum"/>
          </p:nvPr>
        </p:nvSpPr>
        <p:spPr>
          <a:xfrm>
            <a:off x="8447812" y="4896000"/>
            <a:ext cx="389400" cy="202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fld id="{00000000-1234-1234-1234-123412341234}" type="slidenum">
              <a:rPr b="0" lang="en" sz="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sz="800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34" name="Google Shape;134;p20"/>
          <p:cNvPicPr preferRelativeResize="0"/>
          <p:nvPr/>
        </p:nvPicPr>
        <p:blipFill rotWithShape="1">
          <a:blip r:embed="rId3">
            <a:alphaModFix/>
          </a:blip>
          <a:srcRect b="9839" l="19729" r="20986" t="46033"/>
          <a:stretch/>
        </p:blipFill>
        <p:spPr>
          <a:xfrm>
            <a:off x="81926" y="1409547"/>
            <a:ext cx="8988595" cy="3763298"/>
          </a:xfrm>
          <a:prstGeom prst="rect">
            <a:avLst/>
          </a:prstGeom>
          <a:noFill/>
          <a:ln>
            <a:noFill/>
          </a:ln>
        </p:spPr>
      </p:pic>
      <p:pic>
        <p:nvPicPr>
          <p:cNvPr id="135" name="Google Shape;135;p20"/>
          <p:cNvPicPr preferRelativeResize="0"/>
          <p:nvPr/>
        </p:nvPicPr>
        <p:blipFill rotWithShape="1">
          <a:blip r:embed="rId3">
            <a:alphaModFix/>
          </a:blip>
          <a:srcRect b="64762" l="38125" r="39462" t="12698"/>
          <a:stretch/>
        </p:blipFill>
        <p:spPr>
          <a:xfrm>
            <a:off x="7185899" y="-3023"/>
            <a:ext cx="1958102" cy="110777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1"/>
          <p:cNvSpPr txBox="1"/>
          <p:nvPr>
            <p:ph type="title"/>
          </p:nvPr>
        </p:nvSpPr>
        <p:spPr>
          <a:xfrm>
            <a:off x="306000" y="360363"/>
            <a:ext cx="5649600" cy="558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</a:pPr>
            <a:r>
              <a:rPr lang="en"/>
              <a:t>Emboss kernel and convolution</a:t>
            </a:r>
            <a:endParaRPr/>
          </a:p>
        </p:txBody>
      </p:sp>
      <p:sp>
        <p:nvSpPr>
          <p:cNvPr id="141" name="Google Shape;141;p21"/>
          <p:cNvSpPr txBox="1"/>
          <p:nvPr>
            <p:ph idx="12" type="sldNum"/>
          </p:nvPr>
        </p:nvSpPr>
        <p:spPr>
          <a:xfrm>
            <a:off x="8447812" y="4896000"/>
            <a:ext cx="389400" cy="202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fld id="{00000000-1234-1234-1234-123412341234}" type="slidenum">
              <a:rPr b="0" lang="en" sz="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sz="800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42" name="Google Shape;142;p21"/>
          <p:cNvPicPr preferRelativeResize="0"/>
          <p:nvPr/>
        </p:nvPicPr>
        <p:blipFill rotWithShape="1">
          <a:blip r:embed="rId3">
            <a:alphaModFix/>
          </a:blip>
          <a:srcRect b="9363" l="19730" r="20894" t="45872"/>
          <a:stretch/>
        </p:blipFill>
        <p:spPr>
          <a:xfrm>
            <a:off x="73479" y="1314450"/>
            <a:ext cx="8984928" cy="3810151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21"/>
          <p:cNvPicPr preferRelativeResize="0"/>
          <p:nvPr/>
        </p:nvPicPr>
        <p:blipFill rotWithShape="1">
          <a:blip r:embed="rId3">
            <a:alphaModFix/>
          </a:blip>
          <a:srcRect b="65713" l="38570" r="39463" t="12699"/>
          <a:stretch/>
        </p:blipFill>
        <p:spPr>
          <a:xfrm>
            <a:off x="7135584" y="0"/>
            <a:ext cx="2008416" cy="111034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2"/>
          <p:cNvSpPr txBox="1"/>
          <p:nvPr>
            <p:ph type="title"/>
          </p:nvPr>
        </p:nvSpPr>
        <p:spPr>
          <a:xfrm>
            <a:off x="306000" y="360363"/>
            <a:ext cx="5649600" cy="558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</a:pPr>
            <a:r>
              <a:rPr lang="en"/>
              <a:t>Sharpen kernel and convolution</a:t>
            </a:r>
            <a:endParaRPr/>
          </a:p>
        </p:txBody>
      </p:sp>
      <p:sp>
        <p:nvSpPr>
          <p:cNvPr id="149" name="Google Shape;149;p22"/>
          <p:cNvSpPr txBox="1"/>
          <p:nvPr>
            <p:ph idx="12" type="sldNum"/>
          </p:nvPr>
        </p:nvSpPr>
        <p:spPr>
          <a:xfrm>
            <a:off x="8447812" y="4896000"/>
            <a:ext cx="389400" cy="202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fld id="{00000000-1234-1234-1234-123412341234}" type="slidenum">
              <a:rPr b="0" lang="en" sz="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sz="800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50" name="Google Shape;150;p22"/>
          <p:cNvPicPr preferRelativeResize="0"/>
          <p:nvPr/>
        </p:nvPicPr>
        <p:blipFill rotWithShape="1">
          <a:blip r:embed="rId3">
            <a:alphaModFix/>
          </a:blip>
          <a:srcRect b="10159" l="19824" r="20890" t="46030"/>
          <a:stretch/>
        </p:blipFill>
        <p:spPr>
          <a:xfrm>
            <a:off x="17630" y="1398814"/>
            <a:ext cx="9036562" cy="3756162"/>
          </a:xfrm>
          <a:prstGeom prst="rect">
            <a:avLst/>
          </a:prstGeom>
          <a:noFill/>
          <a:ln>
            <a:noFill/>
          </a:ln>
        </p:spPr>
      </p:pic>
      <p:pic>
        <p:nvPicPr>
          <p:cNvPr id="151" name="Google Shape;151;p22"/>
          <p:cNvPicPr preferRelativeResize="0"/>
          <p:nvPr/>
        </p:nvPicPr>
        <p:blipFill rotWithShape="1">
          <a:blip r:embed="rId3">
            <a:alphaModFix/>
          </a:blip>
          <a:srcRect b="66031" l="38570" r="39554" t="12856"/>
          <a:stretch/>
        </p:blipFill>
        <p:spPr>
          <a:xfrm>
            <a:off x="7143750" y="8163"/>
            <a:ext cx="2000251" cy="10858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3"/>
          <p:cNvSpPr txBox="1"/>
          <p:nvPr>
            <p:ph idx="12" type="sldNum"/>
          </p:nvPr>
        </p:nvSpPr>
        <p:spPr>
          <a:xfrm>
            <a:off x="8245187" y="4835128"/>
            <a:ext cx="5850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https://hackernoon.com/hn-images/1*ZCjPUFrB6eHPRi4eyP6aaA.gif" id="157" name="Google Shape;157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849566" y="918375"/>
            <a:ext cx="5725908" cy="4180125"/>
          </a:xfrm>
          <a:prstGeom prst="rect">
            <a:avLst/>
          </a:prstGeom>
          <a:noFill/>
          <a:ln>
            <a:noFill/>
          </a:ln>
        </p:spPr>
      </p:pic>
      <p:sp>
        <p:nvSpPr>
          <p:cNvPr id="158" name="Google Shape;158;p23"/>
          <p:cNvSpPr txBox="1"/>
          <p:nvPr/>
        </p:nvSpPr>
        <p:spPr>
          <a:xfrm>
            <a:off x="5028000" y="62475"/>
            <a:ext cx="4116000" cy="855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Calibri"/>
                <a:ea typeface="Calibri"/>
                <a:cs typeface="Calibri"/>
                <a:sym typeface="Calibri"/>
              </a:rPr>
              <a:t>Left:</a:t>
            </a:r>
            <a:r>
              <a:rPr lang="en">
                <a:latin typeface="Calibri"/>
                <a:ea typeface="Calibri"/>
                <a:cs typeface="Calibri"/>
                <a:sym typeface="Calibri"/>
              </a:rPr>
              <a:t> Green is the original image; yellow is the kernel (constant values!) that slides along with a stride of 1. Notice the overlap of the yellow kernel.</a:t>
            </a:r>
            <a:endParaRPr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Calibri"/>
                <a:ea typeface="Calibri"/>
                <a:cs typeface="Calibri"/>
                <a:sym typeface="Calibri"/>
              </a:rPr>
              <a:t>Right:</a:t>
            </a:r>
            <a:r>
              <a:rPr lang="en">
                <a:latin typeface="Calibri"/>
                <a:ea typeface="Calibri"/>
                <a:cs typeface="Calibri"/>
                <a:sym typeface="Calibri"/>
              </a:rPr>
              <a:t> The corresponding convolution between the image and kernel. The ‘convolved feature’ is known as a ‘feature map’.</a:t>
            </a: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9" name="Google Shape;159;p23"/>
          <p:cNvSpPr txBox="1"/>
          <p:nvPr>
            <p:ph idx="4294967295" type="title"/>
          </p:nvPr>
        </p:nvSpPr>
        <p:spPr>
          <a:xfrm>
            <a:off x="306000" y="360363"/>
            <a:ext cx="5649600" cy="558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</a:pPr>
            <a:r>
              <a:rPr lang="en"/>
              <a:t>Convolution and stride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</a:pPr>
            <a:r>
              <a:rPr i="1" lang="en" sz="3100">
                <a:solidFill>
                  <a:srgbClr val="FF0000"/>
                </a:solidFill>
              </a:rPr>
              <a:t>(light downsampling)</a:t>
            </a:r>
            <a:endParaRPr i="1" sz="3100">
              <a:solidFill>
                <a:srgbClr val="FF0000"/>
              </a:solidFill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162275" y="2109600"/>
            <a:ext cx="2109600" cy="12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333333"/>
                </a:solidFill>
                <a:highlight>
                  <a:srgbClr val="FFFFFF"/>
                </a:highlight>
                <a:latin typeface="Verdana"/>
                <a:ea typeface="Verdana"/>
                <a:cs typeface="Verdana"/>
                <a:sym typeface="Verdana"/>
              </a:rPr>
              <a:t>Going from a high-rez to a low-rez image is called “downsampling.”</a:t>
            </a:r>
            <a:endParaRPr sz="1000">
              <a:solidFill>
                <a:srgbClr val="333333"/>
              </a:solidFill>
              <a:highlight>
                <a:srgbClr val="FFFFFF"/>
              </a:highlight>
              <a:latin typeface="Verdana"/>
              <a:ea typeface="Verdana"/>
              <a:cs typeface="Verdana"/>
              <a:sym typeface="Verdana"/>
            </a:endParaRPr>
          </a:p>
        </p:txBody>
      </p:sp>
      <p:sp>
        <p:nvSpPr>
          <p:cNvPr id="161" name="Google Shape;161;p23"/>
          <p:cNvSpPr txBox="1"/>
          <p:nvPr/>
        </p:nvSpPr>
        <p:spPr>
          <a:xfrm>
            <a:off x="28225" y="4480275"/>
            <a:ext cx="4826100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 u="sng">
                <a:solidFill>
                  <a:schemeClr val="hlink"/>
                </a:solidFill>
                <a:hlinkClick r:id="rId4"/>
              </a:rPr>
              <a:t>https://keras.io/api/layers/convolution_layers/convolution2d/</a:t>
            </a:r>
            <a:endParaRPr sz="1100"/>
          </a:p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5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Google Shape;166;p24"/>
          <p:cNvSpPr txBox="1"/>
          <p:nvPr>
            <p:ph idx="12" type="sldNum"/>
          </p:nvPr>
        </p:nvSpPr>
        <p:spPr>
          <a:xfrm>
            <a:off x="8245187" y="4835128"/>
            <a:ext cx="5850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167" name="Google Shape;167;p2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14500" y="918375"/>
            <a:ext cx="5649599" cy="3590644"/>
          </a:xfrm>
          <a:prstGeom prst="rect">
            <a:avLst/>
          </a:prstGeom>
          <a:noFill/>
          <a:ln>
            <a:noFill/>
          </a:ln>
        </p:spPr>
      </p:pic>
      <p:sp>
        <p:nvSpPr>
          <p:cNvPr id="168" name="Google Shape;168;p24"/>
          <p:cNvSpPr txBox="1"/>
          <p:nvPr/>
        </p:nvSpPr>
        <p:spPr>
          <a:xfrm>
            <a:off x="5679900" y="918375"/>
            <a:ext cx="3464100" cy="2360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Calibri"/>
                <a:ea typeface="Calibri"/>
                <a:cs typeface="Calibri"/>
                <a:sym typeface="Calibri"/>
              </a:rPr>
              <a:t>Left: </a:t>
            </a:r>
            <a:r>
              <a:rPr lang="en">
                <a:latin typeface="Calibri"/>
                <a:ea typeface="Calibri"/>
                <a:cs typeface="Calibri"/>
                <a:sym typeface="Calibri"/>
              </a:rPr>
              <a:t>The output of the convolution layer is a feature map, which then undergoes a MaxPooling operation  where we AGGRESSIVELY downsample the image.</a:t>
            </a:r>
            <a:endParaRPr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Calibri"/>
                <a:ea typeface="Calibri"/>
                <a:cs typeface="Calibri"/>
                <a:sym typeface="Calibri"/>
              </a:rPr>
              <a:t>Right:</a:t>
            </a:r>
            <a:r>
              <a:rPr lang="en">
                <a:latin typeface="Calibri"/>
                <a:ea typeface="Calibri"/>
                <a:cs typeface="Calibri"/>
                <a:sym typeface="Calibri"/>
              </a:rPr>
              <a:t> The 4*4 feature map becomes a 2*2 feature map! We are just taking the max value within that square and depositing it on the right.</a:t>
            </a: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9" name="Google Shape;169;p24"/>
          <p:cNvSpPr txBox="1"/>
          <p:nvPr>
            <p:ph idx="4294967295" type="title"/>
          </p:nvPr>
        </p:nvSpPr>
        <p:spPr>
          <a:xfrm>
            <a:off x="306000" y="360363"/>
            <a:ext cx="5649600" cy="558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</a:pPr>
            <a:r>
              <a:rPr lang="en"/>
              <a:t>MaxPooling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</a:pPr>
            <a:r>
              <a:rPr i="1" lang="en" sz="3100">
                <a:solidFill>
                  <a:srgbClr val="FF0000"/>
                </a:solidFill>
              </a:rPr>
              <a:t>(aggressive downsampling)</a:t>
            </a:r>
            <a:endParaRPr/>
          </a:p>
        </p:txBody>
      </p:sp>
      <p:sp>
        <p:nvSpPr>
          <p:cNvPr id="170" name="Google Shape;170;p24"/>
          <p:cNvSpPr txBox="1"/>
          <p:nvPr/>
        </p:nvSpPr>
        <p:spPr>
          <a:xfrm>
            <a:off x="0" y="4509025"/>
            <a:ext cx="43746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 u="sng">
                <a:solidFill>
                  <a:schemeClr val="hlink"/>
                </a:solidFill>
                <a:hlinkClick r:id="rId4"/>
              </a:rPr>
              <a:t>https://keras.io/api/layers/pooling_layers/max_pooling2d/</a:t>
            </a:r>
            <a:endParaRPr sz="1200"/>
          </a:p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4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Google Shape;175;p25"/>
          <p:cNvSpPr txBox="1"/>
          <p:nvPr>
            <p:ph idx="4294967295" type="title"/>
          </p:nvPr>
        </p:nvSpPr>
        <p:spPr>
          <a:xfrm>
            <a:off x="306000" y="360363"/>
            <a:ext cx="5649600" cy="558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</a:pPr>
            <a:r>
              <a:rPr lang="en"/>
              <a:t>No more feature engineering!</a:t>
            </a:r>
            <a:endParaRPr/>
          </a:p>
        </p:txBody>
      </p:sp>
      <p:sp>
        <p:nvSpPr>
          <p:cNvPr id="176" name="Google Shape;176;p25"/>
          <p:cNvSpPr txBox="1"/>
          <p:nvPr>
            <p:ph idx="12" type="sldNum"/>
          </p:nvPr>
        </p:nvSpPr>
        <p:spPr>
          <a:xfrm>
            <a:off x="8245187" y="4835128"/>
            <a:ext cx="5850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177" name="Google Shape;177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194604" y="1208314"/>
            <a:ext cx="4238506" cy="3502478"/>
          </a:xfrm>
          <a:prstGeom prst="rect">
            <a:avLst/>
          </a:prstGeom>
          <a:noFill/>
          <a:ln>
            <a:noFill/>
          </a:ln>
        </p:spPr>
      </p:pic>
      <p:sp>
        <p:nvSpPr>
          <p:cNvPr id="178" name="Google Shape;178;p25"/>
          <p:cNvSpPr txBox="1"/>
          <p:nvPr/>
        </p:nvSpPr>
        <p:spPr>
          <a:xfrm>
            <a:off x="4931229" y="4327071"/>
            <a:ext cx="1310100" cy="218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269875" lvl="0" marL="269875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Noto Sans Symbols"/>
              <a:buChar char="▪"/>
            </a:pPr>
            <a:r>
              <a:rPr b="0" i="0" lang="en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INPUT DATA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5"/>
          <p:cNvSpPr txBox="1"/>
          <p:nvPr/>
        </p:nvSpPr>
        <p:spPr>
          <a:xfrm>
            <a:off x="6055179" y="3434443"/>
            <a:ext cx="2697000" cy="47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269875" lvl="0" marL="269875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Noto Sans Symbols"/>
              <a:buChar char="▪"/>
            </a:pPr>
            <a:r>
              <a:rPr b="0" i="0" lang="en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LOWER LEVEL FEATURES (EDGES)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5"/>
          <p:cNvSpPr txBox="1"/>
          <p:nvPr/>
        </p:nvSpPr>
        <p:spPr>
          <a:xfrm>
            <a:off x="5586312" y="2008863"/>
            <a:ext cx="2697000" cy="455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269875" lvl="0" marL="269875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Noto Sans Symbols"/>
              <a:buChar char="▪"/>
            </a:pPr>
            <a:r>
              <a:rPr b="0" i="0" lang="en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HIGHER LEVEL FEATURES (TEXTURES)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5"/>
          <p:cNvSpPr txBox="1"/>
          <p:nvPr/>
        </p:nvSpPr>
        <p:spPr>
          <a:xfrm>
            <a:off x="4775543" y="1305274"/>
            <a:ext cx="2697000" cy="218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269875" lvl="0" marL="269875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Noto Sans Symbols"/>
              <a:buChar char="▪"/>
            </a:pPr>
            <a:r>
              <a:rPr b="0" i="0" lang="en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MODEL PREDICTION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306000" y="360363"/>
            <a:ext cx="5649600" cy="558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</a:pPr>
            <a:r>
              <a:rPr lang="en"/>
              <a:t>AlexNet: a famous Convolutional Neural Network</a:t>
            </a:r>
            <a:endParaRPr/>
          </a:p>
        </p:txBody>
      </p:sp>
      <p:sp>
        <p:nvSpPr>
          <p:cNvPr id="187" name="Google Shape;187;p26"/>
          <p:cNvSpPr txBox="1"/>
          <p:nvPr>
            <p:ph idx="12" type="sldNum"/>
          </p:nvPr>
        </p:nvSpPr>
        <p:spPr>
          <a:xfrm>
            <a:off x="8447812" y="4896000"/>
            <a:ext cx="389400" cy="202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fld id="{00000000-1234-1234-1234-123412341234}" type="slidenum">
              <a:rPr b="0" lang="en" sz="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sz="800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https://hackernoon.com/hn-images/1*SkcQSh0NlFylFS5I8GTbGg.jpeg" id="188" name="Google Shape;188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81132" y="1534368"/>
            <a:ext cx="7315199" cy="274562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27"/>
          <p:cNvSpPr txBox="1"/>
          <p:nvPr>
            <p:ph type="title"/>
          </p:nvPr>
        </p:nvSpPr>
        <p:spPr>
          <a:xfrm>
            <a:off x="306000" y="360363"/>
            <a:ext cx="5649600" cy="558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</a:pPr>
            <a:r>
              <a:rPr lang="en"/>
              <a:t>AlexNet</a:t>
            </a:r>
            <a:endParaRPr/>
          </a:p>
        </p:txBody>
      </p:sp>
      <p:sp>
        <p:nvSpPr>
          <p:cNvPr id="194" name="Google Shape;194;p27"/>
          <p:cNvSpPr txBox="1"/>
          <p:nvPr>
            <p:ph idx="12" type="sldNum"/>
          </p:nvPr>
        </p:nvSpPr>
        <p:spPr>
          <a:xfrm>
            <a:off x="8447812" y="4896000"/>
            <a:ext cx="389400" cy="202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fld id="{00000000-1234-1234-1234-123412341234}" type="slidenum">
              <a:rPr b="0" lang="en" sz="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sz="800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https://hackernoon.com/hn-images/1*SkcQSh0NlFylFS5I8GTbGg.jpeg" id="195" name="Google Shape;195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81132" y="1534368"/>
            <a:ext cx="7315199" cy="2745626"/>
          </a:xfrm>
          <a:prstGeom prst="rect">
            <a:avLst/>
          </a:prstGeom>
          <a:noFill/>
          <a:ln>
            <a:noFill/>
          </a:ln>
        </p:spPr>
      </p:pic>
      <p:sp>
        <p:nvSpPr>
          <p:cNvPr id="196" name="Google Shape;196;p27"/>
          <p:cNvSpPr/>
          <p:nvPr/>
        </p:nvSpPr>
        <p:spPr>
          <a:xfrm>
            <a:off x="6707459" y="1745166"/>
            <a:ext cx="1740300" cy="2169000"/>
          </a:xfrm>
          <a:prstGeom prst="ellipse">
            <a:avLst/>
          </a:prstGeom>
          <a:noFill/>
          <a:ln cap="flat" cmpd="sng" w="57150">
            <a:solidFill>
              <a:schemeClr val="accent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7" name="Google Shape;197;p27"/>
          <p:cNvSpPr txBox="1"/>
          <p:nvPr/>
        </p:nvSpPr>
        <p:spPr>
          <a:xfrm>
            <a:off x="7292871" y="4045072"/>
            <a:ext cx="1544400" cy="711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THIS IS THE NN WE LEARNED BEFORE!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8" name="Google Shape;198;p27"/>
          <p:cNvSpPr txBox="1"/>
          <p:nvPr/>
        </p:nvSpPr>
        <p:spPr>
          <a:xfrm>
            <a:off x="585449" y="4440425"/>
            <a:ext cx="6456600" cy="455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THIS IS THE DATA PREP WE JUST LEARNED!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9" name="Google Shape;199;p27"/>
          <p:cNvSpPr/>
          <p:nvPr/>
        </p:nvSpPr>
        <p:spPr>
          <a:xfrm>
            <a:off x="585439" y="1315782"/>
            <a:ext cx="6456600" cy="2955000"/>
          </a:xfrm>
          <a:prstGeom prst="rect">
            <a:avLst/>
          </a:prstGeom>
          <a:noFill/>
          <a:ln cap="flat" cmpd="sng" w="38100">
            <a:solidFill>
              <a:schemeClr val="accent6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0" name="Google Shape;200;p27"/>
          <p:cNvSpPr txBox="1"/>
          <p:nvPr/>
        </p:nvSpPr>
        <p:spPr>
          <a:xfrm rot="-5400000">
            <a:off x="7673938" y="2652749"/>
            <a:ext cx="633300" cy="187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" sz="1200" u="none" cap="none" strike="noStrike">
                <a:solidFill>
                  <a:srgbClr val="FF0000"/>
                </a:solidFill>
                <a:latin typeface="Arial"/>
                <a:ea typeface="Arial"/>
                <a:cs typeface="Arial"/>
                <a:sym typeface="Arial"/>
              </a:rPr>
              <a:t>OUTPUT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1" name="Google Shape;201;p27"/>
          <p:cNvSpPr txBox="1"/>
          <p:nvPr/>
        </p:nvSpPr>
        <p:spPr>
          <a:xfrm rot="-5400000">
            <a:off x="6480175" y="558625"/>
            <a:ext cx="1017300" cy="455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Calibri"/>
                <a:ea typeface="Calibri"/>
                <a:cs typeface="Calibri"/>
                <a:sym typeface="Calibri"/>
              </a:rPr>
              <a:t>FLATTEN!</a:t>
            </a:r>
            <a:endParaRPr b="1"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5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Google Shape;206;p28"/>
          <p:cNvSpPr txBox="1"/>
          <p:nvPr>
            <p:ph idx="4294967295" type="title"/>
          </p:nvPr>
        </p:nvSpPr>
        <p:spPr>
          <a:xfrm>
            <a:off x="306000" y="360363"/>
            <a:ext cx="5649600" cy="558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</a:pPr>
            <a:r>
              <a:rPr lang="en"/>
              <a:t>Cats vs. Dogs</a:t>
            </a:r>
            <a:endParaRPr/>
          </a:p>
        </p:txBody>
      </p:sp>
      <p:sp>
        <p:nvSpPr>
          <p:cNvPr id="207" name="Google Shape;207;p28"/>
          <p:cNvSpPr txBox="1"/>
          <p:nvPr>
            <p:ph idx="12" type="sldNum"/>
          </p:nvPr>
        </p:nvSpPr>
        <p:spPr>
          <a:xfrm>
            <a:off x="8245187" y="4835128"/>
            <a:ext cx="5850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Image result for convolutional neural network animated gif" id="208" name="Google Shape;208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211413" y="894800"/>
            <a:ext cx="6800227" cy="3822701"/>
          </a:xfrm>
          <a:prstGeom prst="rect">
            <a:avLst/>
          </a:prstGeom>
          <a:noFill/>
          <a:ln>
            <a:noFill/>
          </a:ln>
        </p:spPr>
      </p:pic>
      <p:sp>
        <p:nvSpPr>
          <p:cNvPr id="209" name="Google Shape;209;p28"/>
          <p:cNvSpPr txBox="1"/>
          <p:nvPr/>
        </p:nvSpPr>
        <p:spPr>
          <a:xfrm>
            <a:off x="5118600" y="0"/>
            <a:ext cx="4025400" cy="855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Calibri"/>
                <a:ea typeface="Calibri"/>
                <a:cs typeface="Calibri"/>
                <a:sym typeface="Calibri"/>
              </a:rPr>
              <a:t>References (great reading, too):</a:t>
            </a:r>
            <a:endParaRPr b="1">
              <a:latin typeface="Calibri"/>
              <a:ea typeface="Calibri"/>
              <a:cs typeface="Calibri"/>
              <a:sym typeface="Calibri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Font typeface="Calibri"/>
              <a:buChar char="-"/>
            </a:pPr>
            <a:r>
              <a:rPr lang="en" sz="1100" u="sng">
                <a:solidFill>
                  <a:schemeClr val="hlink"/>
                </a:solidFill>
                <a:hlinkClick r:id="rId4"/>
              </a:rPr>
              <a:t>https://becominghuman.ai/building-an-image-classifier-using-deep-learning-in-python-totally-from-a-beginners-perspective-be8dbaf22dd8</a:t>
            </a:r>
            <a:endParaRPr>
              <a:latin typeface="Calibri"/>
              <a:ea typeface="Calibri"/>
              <a:cs typeface="Calibri"/>
              <a:sym typeface="Calibri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Font typeface="Calibri"/>
              <a:buChar char="-"/>
            </a:pPr>
            <a:r>
              <a:rPr lang="en" sz="1100" u="sng">
                <a:solidFill>
                  <a:schemeClr val="hlink"/>
                </a:solidFill>
                <a:hlinkClick r:id="rId5"/>
              </a:rPr>
              <a:t>https://towardsdatascience.com/image-classifier-cats-vs-dogs-with-convolutional-neural-networks-cnns-and-google-colabs-4e9af21ae7a8</a:t>
            </a: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29"/>
          <p:cNvSpPr txBox="1"/>
          <p:nvPr>
            <p:ph idx="12" type="sldNum"/>
          </p:nvPr>
        </p:nvSpPr>
        <p:spPr>
          <a:xfrm>
            <a:off x="8447812" y="4896000"/>
            <a:ext cx="389400" cy="202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fld id="{00000000-1234-1234-1234-123412341234}" type="slidenum">
              <a:rPr b="0" lang="en" sz="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sz="800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https://hackernoon.com/hn-images/1*OfbX5Lahe8Y6NiTF_98PZg.png" id="216" name="Google Shape;216;p29"/>
          <p:cNvPicPr preferRelativeResize="0"/>
          <p:nvPr/>
        </p:nvPicPr>
        <p:blipFill rotWithShape="1">
          <a:blip r:embed="rId3">
            <a:alphaModFix/>
          </a:blip>
          <a:srcRect b="0" l="0" r="0" t="6006"/>
          <a:stretch/>
        </p:blipFill>
        <p:spPr>
          <a:xfrm>
            <a:off x="1755321" y="118062"/>
            <a:ext cx="5247505" cy="4743450"/>
          </a:xfrm>
          <a:prstGeom prst="rect">
            <a:avLst/>
          </a:prstGeom>
          <a:noFill/>
          <a:ln>
            <a:noFill/>
          </a:ln>
        </p:spPr>
      </p:pic>
      <p:sp>
        <p:nvSpPr>
          <p:cNvPr id="217" name="Google Shape;217;p29"/>
          <p:cNvSpPr txBox="1"/>
          <p:nvPr/>
        </p:nvSpPr>
        <p:spPr>
          <a:xfrm>
            <a:off x="1420585" y="4861512"/>
            <a:ext cx="6702300" cy="218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n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Our picture of the cat has a height of 320 px, a width of 400 px, and 3 channels.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30"/>
          <p:cNvSpPr txBox="1"/>
          <p:nvPr>
            <p:ph type="title"/>
          </p:nvPr>
        </p:nvSpPr>
        <p:spPr>
          <a:xfrm>
            <a:off x="306000" y="360363"/>
            <a:ext cx="5649600" cy="558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</a:pPr>
            <a:r>
              <a:rPr lang="en"/>
              <a:t>One layer of convolution</a:t>
            </a:r>
            <a:endParaRPr/>
          </a:p>
        </p:txBody>
      </p:sp>
      <p:sp>
        <p:nvSpPr>
          <p:cNvPr id="223" name="Google Shape;223;p30"/>
          <p:cNvSpPr txBox="1"/>
          <p:nvPr>
            <p:ph idx="12" type="sldNum"/>
          </p:nvPr>
        </p:nvSpPr>
        <p:spPr>
          <a:xfrm>
            <a:off x="8447812" y="4896000"/>
            <a:ext cx="389400" cy="202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fld id="{00000000-1234-1234-1234-123412341234}" type="slidenum">
              <a:rPr b="0" lang="en" sz="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sz="800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https://hackernoon.com/hn-images/1*DetoY0gDYIl1wlZ6IQeWaw.png" id="224" name="Google Shape;224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18234" y="1887831"/>
            <a:ext cx="2459384" cy="20387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s://hackernoon.com/hn-images/1*sYBiCrRBDf34NA2RaOu_gg.png" id="225" name="Google Shape;225;p30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820976" y="1887831"/>
            <a:ext cx="2528547" cy="20387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s://hackernoon.com/hn-images/1*Np-4OzKgaJx9k3fs2HBLog.png" id="226" name="Google Shape;226;p30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169913" y="1887831"/>
            <a:ext cx="2603191" cy="2038700"/>
          </a:xfrm>
          <a:prstGeom prst="rect">
            <a:avLst/>
          </a:prstGeom>
          <a:noFill/>
          <a:ln>
            <a:noFill/>
          </a:ln>
        </p:spPr>
      </p:pic>
      <p:sp>
        <p:nvSpPr>
          <p:cNvPr id="227" name="Google Shape;227;p30"/>
          <p:cNvSpPr txBox="1"/>
          <p:nvPr/>
        </p:nvSpPr>
        <p:spPr>
          <a:xfrm>
            <a:off x="866086" y="3992336"/>
            <a:ext cx="2290800" cy="711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269875" lvl="0" marL="269875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Noto Sans Symbols"/>
              <a:buChar char="▪"/>
            </a:pPr>
            <a:r>
              <a:rPr b="0" i="0" lang="en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3 x 3 filter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69875" lvl="0" marL="269875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Noto Sans Symbols"/>
              <a:buChar char="▪"/>
            </a:pPr>
            <a:r>
              <a:rPr b="0" i="0" lang="en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1 layer of convolution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69875" lvl="0" marL="269875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Noto Sans Symbols"/>
              <a:buChar char="▪"/>
            </a:pPr>
            <a:r>
              <a:rPr b="0" i="0" lang="en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More detail, bigger image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8" name="Google Shape;228;p30"/>
          <p:cNvSpPr txBox="1"/>
          <p:nvPr/>
        </p:nvSpPr>
        <p:spPr>
          <a:xfrm>
            <a:off x="3798247" y="3992336"/>
            <a:ext cx="1386600" cy="218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269875" lvl="0" marL="269875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Noto Sans Symbols"/>
              <a:buChar char="▪"/>
            </a:pPr>
            <a:r>
              <a:rPr b="0" i="0" lang="en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Original photo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9" name="Google Shape;229;p30"/>
          <p:cNvSpPr txBox="1"/>
          <p:nvPr/>
        </p:nvSpPr>
        <p:spPr>
          <a:xfrm>
            <a:off x="6153327" y="3992336"/>
            <a:ext cx="2342100" cy="711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269875" lvl="0" marL="269875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Noto Sans Symbols"/>
              <a:buChar char="▪"/>
            </a:pPr>
            <a:r>
              <a:rPr b="0" i="0" lang="en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15 x 15 filter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69875" lvl="0" marL="269875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Noto Sans Symbols"/>
              <a:buChar char="▪"/>
            </a:pPr>
            <a:r>
              <a:rPr b="0" i="0" lang="en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1 layer of convolution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69875" lvl="0" marL="269875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Noto Sans Symbols"/>
              <a:buChar char="▪"/>
            </a:pPr>
            <a:r>
              <a:rPr b="0" i="0" lang="en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Less detail, smaller image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4" name="Shape 2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" name="Google Shape;235;p31"/>
          <p:cNvSpPr txBox="1"/>
          <p:nvPr>
            <p:ph type="title"/>
          </p:nvPr>
        </p:nvSpPr>
        <p:spPr>
          <a:xfrm>
            <a:off x="306000" y="360363"/>
            <a:ext cx="5649600" cy="558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</a:pPr>
            <a:r>
              <a:rPr lang="en"/>
              <a:t>Pooling!</a:t>
            </a:r>
            <a:endParaRPr/>
          </a:p>
        </p:txBody>
      </p:sp>
      <p:sp>
        <p:nvSpPr>
          <p:cNvPr id="236" name="Google Shape;236;p31"/>
          <p:cNvSpPr txBox="1"/>
          <p:nvPr>
            <p:ph idx="12" type="sldNum"/>
          </p:nvPr>
        </p:nvSpPr>
        <p:spPr>
          <a:xfrm>
            <a:off x="8447812" y="4896000"/>
            <a:ext cx="389400" cy="202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fld id="{00000000-1234-1234-1234-123412341234}" type="slidenum">
              <a:rPr b="0" lang="en" sz="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sz="800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https://hackernoon.com/hn-images/1*vGKntKeFoXIVA8ufLRW4-Q.png" id="237" name="Google Shape;237;p31"/>
          <p:cNvPicPr preferRelativeResize="0"/>
          <p:nvPr/>
        </p:nvPicPr>
        <p:blipFill rotWithShape="1">
          <a:blip r:embed="rId3">
            <a:alphaModFix/>
          </a:blip>
          <a:srcRect b="6114" l="5272" r="13866" t="13428"/>
          <a:stretch/>
        </p:blipFill>
        <p:spPr>
          <a:xfrm>
            <a:off x="723901" y="1386575"/>
            <a:ext cx="3695700" cy="2964437"/>
          </a:xfrm>
          <a:prstGeom prst="rect">
            <a:avLst/>
          </a:prstGeom>
          <a:noFill/>
          <a:ln>
            <a:noFill/>
          </a:ln>
        </p:spPr>
      </p:pic>
      <p:pic>
        <p:nvPicPr>
          <p:cNvPr id="238" name="Google Shape;238;p31"/>
          <p:cNvPicPr preferRelativeResize="0"/>
          <p:nvPr/>
        </p:nvPicPr>
        <p:blipFill rotWithShape="1">
          <a:blip r:embed="rId4">
            <a:alphaModFix/>
          </a:blip>
          <a:srcRect b="0" l="18939" r="1783" t="41479"/>
          <a:stretch/>
        </p:blipFill>
        <p:spPr>
          <a:xfrm>
            <a:off x="4655820" y="1402231"/>
            <a:ext cx="3695700" cy="3009900"/>
          </a:xfrm>
          <a:prstGeom prst="rect">
            <a:avLst/>
          </a:prstGeom>
          <a:noFill/>
          <a:ln>
            <a:noFill/>
          </a:ln>
        </p:spPr>
      </p:pic>
      <p:sp>
        <p:nvSpPr>
          <p:cNvPr id="239" name="Google Shape;239;p31"/>
          <p:cNvSpPr txBox="1"/>
          <p:nvPr/>
        </p:nvSpPr>
        <p:spPr>
          <a:xfrm>
            <a:off x="1463433" y="1102179"/>
            <a:ext cx="1923600" cy="237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269875" lvl="0" marL="269875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Noto Sans Symbols"/>
              <a:buChar char="▪"/>
            </a:pPr>
            <a:r>
              <a:rPr b="0" i="0" lang="en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Pooling Layer (5 x 5)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0" name="Google Shape;240;p31"/>
          <p:cNvSpPr txBox="1"/>
          <p:nvPr/>
        </p:nvSpPr>
        <p:spPr>
          <a:xfrm>
            <a:off x="5129094" y="1212285"/>
            <a:ext cx="2749200" cy="237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269875" lvl="0" marL="269875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Noto Sans Symbols"/>
              <a:buChar char="▪"/>
            </a:pPr>
            <a:r>
              <a:rPr b="0" i="0" lang="en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ReLu and Pooling Layer (5 x 5)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1" name="Google Shape;241;p31"/>
          <p:cNvSpPr txBox="1"/>
          <p:nvPr/>
        </p:nvSpPr>
        <p:spPr>
          <a:xfrm>
            <a:off x="1826513" y="4474611"/>
            <a:ext cx="1197300" cy="237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269875" lvl="0" marL="269875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Noto Sans Symbols"/>
              <a:buChar char="▪"/>
            </a:pPr>
            <a:r>
              <a:rPr b="0" i="0" lang="en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63 x 79 x 1 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2" name="Google Shape;242;p31"/>
          <p:cNvSpPr txBox="1"/>
          <p:nvPr/>
        </p:nvSpPr>
        <p:spPr>
          <a:xfrm>
            <a:off x="5904947" y="4483583"/>
            <a:ext cx="1197300" cy="237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269875" lvl="0" marL="269875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Noto Sans Symbols"/>
              <a:buChar char="▪"/>
            </a:pPr>
            <a:r>
              <a:rPr b="0" i="0" lang="en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63 x 79 x 1 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3" name="Google Shape;243;p31"/>
          <p:cNvSpPr txBox="1"/>
          <p:nvPr/>
        </p:nvSpPr>
        <p:spPr>
          <a:xfrm>
            <a:off x="5955600" y="62475"/>
            <a:ext cx="2928600" cy="855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Calibri"/>
                <a:ea typeface="Calibri"/>
                <a:cs typeface="Calibri"/>
                <a:sym typeface="Calibri"/>
              </a:rPr>
              <a:t>*you are welcome to include an activation function like relu in the Conv2D layer! Check model documentation.</a:t>
            </a: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>
            <p:ph type="title"/>
          </p:nvPr>
        </p:nvSpPr>
        <p:spPr>
          <a:xfrm>
            <a:off x="306000" y="360363"/>
            <a:ext cx="5649600" cy="558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</a:pPr>
            <a:r>
              <a:rPr lang="en"/>
              <a:t>Number of parameters in a CNN</a:t>
            </a:r>
            <a:endParaRPr/>
          </a:p>
        </p:txBody>
      </p:sp>
      <p:sp>
        <p:nvSpPr>
          <p:cNvPr id="249" name="Google Shape;249;p32"/>
          <p:cNvSpPr txBox="1"/>
          <p:nvPr>
            <p:ph idx="1" type="body"/>
          </p:nvPr>
        </p:nvSpPr>
        <p:spPr>
          <a:xfrm>
            <a:off x="306000" y="1618425"/>
            <a:ext cx="8530200" cy="3216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285750" lvl="0" marL="28575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•"/>
            </a:pPr>
            <a:r>
              <a:rPr b="1" lang="en"/>
              <a:t>Input Layer </a:t>
            </a:r>
            <a:r>
              <a:rPr lang="en"/>
              <a:t>: All the input layer does is read the image. So, there are no parameters learned here.</a:t>
            </a:r>
            <a:endParaRPr/>
          </a:p>
          <a:p>
            <a:pPr indent="-285750" lvl="0" marL="285750" rtl="0" algn="l">
              <a:lnSpc>
                <a:spcPct val="110000"/>
              </a:lnSpc>
              <a:spcBef>
                <a:spcPts val="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•"/>
            </a:pPr>
            <a:r>
              <a:rPr b="1" lang="en"/>
              <a:t>Convolutional Layer </a:t>
            </a:r>
            <a:r>
              <a:rPr lang="en"/>
              <a:t>: takes L feature maps in and creates F feature maps out, with an M*N filter. Each filter is really an M*N*L brick - one M*N slice of weights per input channel, summed into ONE output map - plus 1 bias per filter. Total: ((M*N*L)+B)*F. Example: L=32 maps in, F=64 maps out, 3x3 filter -&gt; ((3*3*32)+1)*64 = 18,496 trainable parameters.</a:t>
            </a:r>
            <a:r>
              <a:rPr b="1" lang="en"/>
              <a:t/>
            </a:r>
            <a:r>
              <a:rPr lang="en"/>
              <a:t/>
            </a:r>
            <a:r>
              <a:rPr b="1" lang="en"/>
              <a:t/>
            </a:r>
            <a:r>
              <a:rPr b="1" i="1" lang="en"/>
              <a:t/>
            </a:r>
            <a:r>
              <a:rPr lang="en"/>
              <a:t/>
            </a:r>
            <a:r>
              <a:rPr b="1" i="1" lang="en"/>
              <a:t/>
            </a:r>
            <a:r>
              <a:rPr lang="en"/>
              <a:t/>
            </a:r>
            <a:r>
              <a:rPr b="1" i="1" lang="en"/>
              <a:t/>
            </a:r>
            <a:r>
              <a:rPr lang="en"/>
              <a:t/>
            </a:r>
            <a:r>
              <a:rPr b="1" lang="en"/>
              <a:t/>
            </a:r>
            <a:r>
              <a:rPr lang="en"/>
              <a:t/>
            </a:r>
            <a:r>
              <a:rPr b="1" lang="en"/>
              <a:t/>
            </a:r>
            <a:r>
              <a:rPr lang="en"/>
              <a:t/>
            </a:r>
            <a:r>
              <a:rPr b="1" lang="en"/>
              <a:t/>
            </a:r>
            <a:r>
              <a:rPr lang="en"/>
              <a:t/>
            </a:r>
            <a:r>
              <a:rPr b="1" lang="en"/>
              <a:t/>
            </a:r>
            <a:r>
              <a:rPr lang="en"/>
              <a:t/>
            </a:r>
            <a:endParaRPr/>
          </a:p>
        </p:txBody>
      </p:sp>
      <p:sp>
        <p:nvSpPr>
          <p:cNvPr id="250" name="Google Shape;250;p32"/>
          <p:cNvSpPr txBox="1"/>
          <p:nvPr>
            <p:ph idx="12" type="sldNum"/>
          </p:nvPr>
        </p:nvSpPr>
        <p:spPr>
          <a:xfrm>
            <a:off x="8447812" y="4896000"/>
            <a:ext cx="389400" cy="202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3"/>
          <p:cNvSpPr txBox="1"/>
          <p:nvPr>
            <p:ph type="title"/>
          </p:nvPr>
        </p:nvSpPr>
        <p:spPr>
          <a:xfrm>
            <a:off x="306000" y="360363"/>
            <a:ext cx="5649600" cy="558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</a:pPr>
            <a:r>
              <a:rPr lang="en"/>
              <a:t>Number of parameters in a CNN</a:t>
            </a:r>
            <a:endParaRPr/>
          </a:p>
        </p:txBody>
      </p:sp>
      <p:sp>
        <p:nvSpPr>
          <p:cNvPr id="256" name="Google Shape;256;p33"/>
          <p:cNvSpPr txBox="1"/>
          <p:nvPr>
            <p:ph idx="1" type="body"/>
          </p:nvPr>
        </p:nvSpPr>
        <p:spPr>
          <a:xfrm>
            <a:off x="306000" y="1718200"/>
            <a:ext cx="8530200" cy="3116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285750" lvl="0" marL="28575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•"/>
            </a:pPr>
            <a:r>
              <a:rPr b="1" lang="en"/>
              <a:t>Pooling Layer</a:t>
            </a:r>
            <a:r>
              <a:rPr lang="en"/>
              <a:t>: no trainable parameters - nothing is learned, it just shrinks the feature maps.</a:t>
            </a:r>
            <a:endParaRPr/>
          </a:p>
          <a:p>
            <a:pPr indent="-285750" lvl="0" marL="285750" rtl="0" algn="l">
              <a:lnSpc>
                <a:spcPct val="110000"/>
              </a:lnSpc>
              <a:spcBef>
                <a:spcPts val="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•"/>
            </a:pPr>
            <a:r>
              <a:rPr b="1" lang="en"/>
              <a:t>Fully-connected Layer</a:t>
            </a:r>
            <a:r>
              <a:rPr lang="en"/>
              <a:t>: every input unit connects to every output unit. For n inputs and m outputs: (n+1)*m trainable parameters - the +1 is each output node's bias (one bias per output node, just like one bias per filter in Conv2D).</a:t>
            </a:r>
            <a:r>
              <a:rPr i="1" lang="en"/>
              <a:t/>
            </a:r>
            <a:r>
              <a:rPr lang="en"/>
              <a:t/>
            </a:r>
            <a:r>
              <a:rPr i="1" lang="en"/>
              <a:t/>
            </a:r>
            <a:r>
              <a:rPr lang="en"/>
              <a:t/>
            </a:r>
            <a:r>
              <a:rPr b="1" i="1" lang="en"/>
              <a:t/>
            </a:r>
            <a:r>
              <a:rPr lang="en"/>
              <a:t/>
            </a:r>
            <a:r>
              <a:rPr b="1" i="1" lang="en"/>
              <a:t/>
            </a:r>
            <a:r>
              <a:rPr lang="en"/>
              <a:t/>
            </a:r>
            <a:endParaRPr/>
          </a:p>
          <a:p>
            <a:pPr indent="-285750" lvl="0" marL="285750" rtl="0" algn="l">
              <a:lnSpc>
                <a:spcPct val="110000"/>
              </a:lnSpc>
              <a:spcBef>
                <a:spcPts val="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•"/>
            </a:pPr>
            <a:r>
              <a:rPr b="1" lang="en"/>
              <a:t>Output Layer</a:t>
            </a:r>
            <a:r>
              <a:rPr lang="en"/>
              <a:t>: just another fully-connected layer, so (n+1)*m again.</a:t>
            </a:r>
            <a:r>
              <a:rPr i="1" lang="en"/>
              <a:t/>
            </a:r>
            <a:r>
              <a:rPr lang="en"/>
              <a:t/>
            </a:r>
            <a:r>
              <a:rPr i="1" lang="en"/>
              <a:t/>
            </a:r>
            <a:r>
              <a:rPr lang="en"/>
              <a:t/>
            </a:r>
            <a:r>
              <a:rPr i="1" lang="en"/>
              <a:t/>
            </a:r>
            <a:r>
              <a:rPr lang="en"/>
              <a:t/>
            </a:r>
            <a:endParaRPr/>
          </a:p>
          <a:p>
            <a:pPr indent="-181099" lvl="0" marL="269999" rtl="0" algn="l">
              <a:lnSpc>
                <a:spcPct val="110000"/>
              </a:lnSpc>
              <a:spcBef>
                <a:spcPts val="600"/>
              </a:spcBef>
              <a:spcAft>
                <a:spcPts val="0"/>
              </a:spcAft>
              <a:buClr>
                <a:schemeClr val="dk2"/>
              </a:buClr>
              <a:buSzPts val="1400"/>
              <a:buNone/>
            </a:pPr>
            <a:r>
              <a:t/>
            </a:r>
            <a:endParaRPr/>
          </a:p>
        </p:txBody>
      </p:sp>
      <p:sp>
        <p:nvSpPr>
          <p:cNvPr id="257" name="Google Shape;257;p33"/>
          <p:cNvSpPr txBox="1"/>
          <p:nvPr>
            <p:ph idx="12" type="sldNum"/>
          </p:nvPr>
        </p:nvSpPr>
        <p:spPr>
          <a:xfrm>
            <a:off x="8447812" y="4896000"/>
            <a:ext cx="389400" cy="202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fld id="{00000000-1234-1234-1234-123412341234}" type="slidenum">
              <a:rPr b="0" lang="en" sz="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sz="800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2" name="Shape 2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3" name="Google Shape;263;p34"/>
          <p:cNvSpPr txBox="1"/>
          <p:nvPr>
            <p:ph type="title"/>
          </p:nvPr>
        </p:nvSpPr>
        <p:spPr>
          <a:xfrm>
            <a:off x="306000" y="207975"/>
            <a:ext cx="8684100" cy="558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</a:pPr>
            <a:r>
              <a:rPr lang="en"/>
              <a:t>Corresponding number of parameters</a:t>
            </a:r>
            <a:endParaRPr/>
          </a:p>
        </p:txBody>
      </p:sp>
      <p:pic>
        <p:nvPicPr>
          <p:cNvPr id="264" name="Google Shape;264;p34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306500" y="745259"/>
            <a:ext cx="4804800" cy="3629100"/>
          </a:xfrm>
          <a:prstGeom prst="rect">
            <a:avLst/>
          </a:prstGeom>
          <a:noFill/>
          <a:ln>
            <a:noFill/>
          </a:ln>
        </p:spPr>
      </p:pic>
      <p:sp>
        <p:nvSpPr>
          <p:cNvPr id="265" name="Google Shape;265;p34"/>
          <p:cNvSpPr txBox="1"/>
          <p:nvPr>
            <p:ph idx="12" type="sldNum"/>
          </p:nvPr>
        </p:nvSpPr>
        <p:spPr>
          <a:xfrm>
            <a:off x="8447812" y="4896000"/>
            <a:ext cx="389400" cy="202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fld id="{00000000-1234-1234-1234-123412341234}" type="slidenum">
              <a:rPr b="0" lang="en" sz="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sz="800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66" name="Google Shape;266;p3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306500" y="4388100"/>
            <a:ext cx="4804699" cy="757204"/>
          </a:xfrm>
          <a:prstGeom prst="rect">
            <a:avLst/>
          </a:prstGeom>
          <a:noFill/>
          <a:ln>
            <a:noFill/>
          </a:ln>
        </p:spPr>
      </p:pic>
      <p:pic>
        <p:nvPicPr>
          <p:cNvPr id="267" name="Google Shape;267;p34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-1764" y="1611513"/>
            <a:ext cx="4284412" cy="252868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1" name="Shape 2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Google Shape;272;p35"/>
          <p:cNvSpPr txBox="1"/>
          <p:nvPr>
            <p:ph idx="4294967295" type="title"/>
          </p:nvPr>
        </p:nvSpPr>
        <p:spPr>
          <a:xfrm>
            <a:off x="44350" y="131775"/>
            <a:ext cx="9099600" cy="558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</a:pPr>
            <a:r>
              <a:rPr lang="en"/>
              <a:t>What do Convolutional Neural Networks learn?</a:t>
            </a:r>
            <a:endParaRPr/>
          </a:p>
        </p:txBody>
      </p:sp>
      <p:sp>
        <p:nvSpPr>
          <p:cNvPr id="273" name="Google Shape;273;p35"/>
          <p:cNvSpPr txBox="1"/>
          <p:nvPr>
            <p:ph idx="12" type="sldNum"/>
          </p:nvPr>
        </p:nvSpPr>
        <p:spPr>
          <a:xfrm>
            <a:off x="8245187" y="4835128"/>
            <a:ext cx="5850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74" name="Google Shape;274;p35"/>
          <p:cNvSpPr/>
          <p:nvPr/>
        </p:nvSpPr>
        <p:spPr>
          <a:xfrm>
            <a:off x="544553" y="2097400"/>
            <a:ext cx="872400" cy="178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One input image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275" name="Google Shape;275;p35"/>
          <p:cNvCxnSpPr>
            <a:stCxn id="274" idx="3"/>
          </p:cNvCxnSpPr>
          <p:nvPr/>
        </p:nvCxnSpPr>
        <p:spPr>
          <a:xfrm>
            <a:off x="1416953" y="2991400"/>
            <a:ext cx="351900" cy="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sp>
        <p:nvSpPr>
          <p:cNvPr id="276" name="Google Shape;276;p35"/>
          <p:cNvSpPr txBox="1"/>
          <p:nvPr/>
        </p:nvSpPr>
        <p:spPr>
          <a:xfrm>
            <a:off x="1681843" y="918363"/>
            <a:ext cx="1788000" cy="237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Early convolutions 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7" name="Google Shape;277;p35"/>
          <p:cNvSpPr txBox="1"/>
          <p:nvPr/>
        </p:nvSpPr>
        <p:spPr>
          <a:xfrm>
            <a:off x="5386215" y="901119"/>
            <a:ext cx="1788000" cy="218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Later convolutions 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8" name="Google Shape;278;p35"/>
          <p:cNvSpPr/>
          <p:nvPr/>
        </p:nvSpPr>
        <p:spPr>
          <a:xfrm>
            <a:off x="7990173" y="2798242"/>
            <a:ext cx="1095000" cy="5388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Classifier</a:t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">
                <a:solidFill>
                  <a:schemeClr val="lt1"/>
                </a:solidFill>
              </a:rPr>
              <a:t>(Dense)</a:t>
            </a:r>
            <a:endParaRPr>
              <a:solidFill>
                <a:schemeClr val="lt1"/>
              </a:solidFill>
            </a:endParaRPr>
          </a:p>
        </p:txBody>
      </p:sp>
      <p:cxnSp>
        <p:nvCxnSpPr>
          <p:cNvPr id="279" name="Google Shape;279;p35"/>
          <p:cNvCxnSpPr>
            <a:endCxn id="278" idx="1"/>
          </p:cNvCxnSpPr>
          <p:nvPr/>
        </p:nvCxnSpPr>
        <p:spPr>
          <a:xfrm>
            <a:off x="7770873" y="3067642"/>
            <a:ext cx="219300" cy="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pic>
        <p:nvPicPr>
          <p:cNvPr id="280" name="Google Shape;280;p35"/>
          <p:cNvPicPr preferRelativeResize="0"/>
          <p:nvPr>
            <p:ph idx="4294967295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 rot="-5400000">
            <a:off x="2580315" y="351600"/>
            <a:ext cx="3809100" cy="5432100"/>
          </a:xfrm>
          <a:prstGeom prst="rect">
            <a:avLst/>
          </a:prstGeom>
          <a:noFill/>
          <a:ln>
            <a:noFill/>
          </a:ln>
        </p:spPr>
      </p:pic>
      <p:sp>
        <p:nvSpPr>
          <p:cNvPr id="281" name="Google Shape;281;p35"/>
          <p:cNvSpPr txBox="1"/>
          <p:nvPr/>
        </p:nvSpPr>
        <p:spPr>
          <a:xfrm rot="-5400000">
            <a:off x="7077700" y="2663700"/>
            <a:ext cx="1095000" cy="49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u="sng">
                <a:latin typeface="Calibri"/>
                <a:ea typeface="Calibri"/>
                <a:cs typeface="Calibri"/>
                <a:sym typeface="Calibri"/>
              </a:rPr>
              <a:t>FLATTEN!</a:t>
            </a:r>
            <a:endParaRPr b="1" u="sng"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5" name="Shape 2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" name="Google Shape;286;p36"/>
          <p:cNvSpPr txBox="1"/>
          <p:nvPr>
            <p:ph idx="4294967295" type="title"/>
          </p:nvPr>
        </p:nvSpPr>
        <p:spPr>
          <a:xfrm>
            <a:off x="306000" y="360363"/>
            <a:ext cx="5649600" cy="558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</a:pPr>
            <a:r>
              <a:rPr lang="en"/>
              <a:t>No more feature engineering!</a:t>
            </a:r>
            <a:endParaRPr/>
          </a:p>
        </p:txBody>
      </p:sp>
      <p:sp>
        <p:nvSpPr>
          <p:cNvPr id="287" name="Google Shape;287;p36"/>
          <p:cNvSpPr txBox="1"/>
          <p:nvPr>
            <p:ph idx="12" type="sldNum"/>
          </p:nvPr>
        </p:nvSpPr>
        <p:spPr>
          <a:xfrm>
            <a:off x="8245187" y="4835128"/>
            <a:ext cx="5850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88" name="Google Shape;288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194604" y="1208314"/>
            <a:ext cx="4238506" cy="3502478"/>
          </a:xfrm>
          <a:prstGeom prst="rect">
            <a:avLst/>
          </a:prstGeom>
          <a:noFill/>
          <a:ln>
            <a:noFill/>
          </a:ln>
        </p:spPr>
      </p:pic>
      <p:sp>
        <p:nvSpPr>
          <p:cNvPr id="289" name="Google Shape;289;p36"/>
          <p:cNvSpPr txBox="1"/>
          <p:nvPr/>
        </p:nvSpPr>
        <p:spPr>
          <a:xfrm>
            <a:off x="4931229" y="4327071"/>
            <a:ext cx="1310100" cy="218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269875" lvl="0" marL="269875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Noto Sans Symbols"/>
              <a:buChar char="▪"/>
            </a:pPr>
            <a:r>
              <a:rPr b="0" i="0" lang="en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INPUT DATA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0" name="Google Shape;290;p36"/>
          <p:cNvSpPr txBox="1"/>
          <p:nvPr/>
        </p:nvSpPr>
        <p:spPr>
          <a:xfrm>
            <a:off x="6055179" y="3434443"/>
            <a:ext cx="2697000" cy="47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269875" lvl="0" marL="269875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Noto Sans Symbols"/>
              <a:buChar char="▪"/>
            </a:pPr>
            <a:r>
              <a:rPr b="0" i="0" lang="en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LOWER LEVEL FEATURES (EDGES)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1" name="Google Shape;291;p36"/>
          <p:cNvSpPr txBox="1"/>
          <p:nvPr/>
        </p:nvSpPr>
        <p:spPr>
          <a:xfrm>
            <a:off x="5586312" y="2008863"/>
            <a:ext cx="2697000" cy="455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269875" lvl="0" marL="269875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Noto Sans Symbols"/>
              <a:buChar char="▪"/>
            </a:pPr>
            <a:r>
              <a:rPr b="0" i="0" lang="en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HIGHER LEVEL FEATURES (TEXTURES)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2" name="Google Shape;292;p36"/>
          <p:cNvSpPr txBox="1"/>
          <p:nvPr/>
        </p:nvSpPr>
        <p:spPr>
          <a:xfrm>
            <a:off x="4775543" y="1305274"/>
            <a:ext cx="2697000" cy="218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269875" lvl="0" marL="269875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Noto Sans Symbols"/>
              <a:buChar char="▪"/>
            </a:pPr>
            <a:r>
              <a:rPr b="0" i="0" lang="en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MODEL PREDICTION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37"/>
          <p:cNvSpPr txBox="1"/>
          <p:nvPr>
            <p:ph type="title"/>
          </p:nvPr>
        </p:nvSpPr>
        <p:spPr>
          <a:xfrm>
            <a:off x="822960" y="214952"/>
            <a:ext cx="7543800" cy="10881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Advanced Topics</a:t>
            </a:r>
            <a:endParaRPr/>
          </a:p>
        </p:txBody>
      </p:sp>
      <p:sp>
        <p:nvSpPr>
          <p:cNvPr id="298" name="Google Shape;298;p37"/>
          <p:cNvSpPr txBox="1"/>
          <p:nvPr>
            <p:ph idx="1" type="body"/>
          </p:nvPr>
        </p:nvSpPr>
        <p:spPr>
          <a:xfrm>
            <a:off x="822960" y="1581151"/>
            <a:ext cx="7543800" cy="2820600"/>
          </a:xfrm>
          <a:prstGeom prst="rect">
            <a:avLst/>
          </a:prstGeom>
        </p:spPr>
        <p:txBody>
          <a:bodyPr anchorCtr="0" anchor="t" bIns="34275" lIns="0" spcFirstLastPara="1" rIns="0" wrap="square" tIns="34275">
            <a:noAutofit/>
          </a:bodyPr>
          <a:lstStyle/>
          <a:p>
            <a:pPr indent="0" lvl="0" marL="0" rtl="0" algn="l">
              <a:spcBef>
                <a:spcPts val="900"/>
              </a:spcBef>
              <a:spcAft>
                <a:spcPts val="0"/>
              </a:spcAft>
              <a:buNone/>
            </a:pPr>
            <a:r>
              <a:rPr lang="en"/>
              <a:t>(for later lectures, but let’s take a peek behind the curtain to keep us motivated!)</a:t>
            </a:r>
            <a:endParaRPr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2" name="Shape 3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3" name="Google Shape;303;p38"/>
          <p:cNvSpPr txBox="1"/>
          <p:nvPr>
            <p:ph idx="4294967295" type="title"/>
          </p:nvPr>
        </p:nvSpPr>
        <p:spPr>
          <a:xfrm>
            <a:off x="306000" y="360375"/>
            <a:ext cx="8595300" cy="558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</a:pPr>
            <a:r>
              <a:rPr lang="en"/>
              <a:t>Keep the base, swap classifiers</a:t>
            </a:r>
            <a:endParaRPr/>
          </a:p>
        </p:txBody>
      </p:sp>
      <p:sp>
        <p:nvSpPr>
          <p:cNvPr id="304" name="Google Shape;304;p38"/>
          <p:cNvSpPr txBox="1"/>
          <p:nvPr>
            <p:ph idx="12" type="sldNum"/>
          </p:nvPr>
        </p:nvSpPr>
        <p:spPr>
          <a:xfrm>
            <a:off x="8245187" y="4835128"/>
            <a:ext cx="5850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305" name="Google Shape;305;p38"/>
          <p:cNvPicPr preferRelativeResize="0"/>
          <p:nvPr>
            <p:ph idx="4294967295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953322" y="977900"/>
            <a:ext cx="5235900" cy="36291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39"/>
          <p:cNvSpPr txBox="1"/>
          <p:nvPr>
            <p:ph type="title"/>
          </p:nvPr>
        </p:nvSpPr>
        <p:spPr>
          <a:xfrm>
            <a:off x="306000" y="360363"/>
            <a:ext cx="5649600" cy="558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</a:pPr>
            <a:r>
              <a:rPr lang="en"/>
              <a:t>Fine tuning VGG16</a:t>
            </a:r>
            <a:endParaRPr/>
          </a:p>
        </p:txBody>
      </p:sp>
      <p:sp>
        <p:nvSpPr>
          <p:cNvPr id="311" name="Google Shape;311;p39"/>
          <p:cNvSpPr txBox="1"/>
          <p:nvPr>
            <p:ph idx="12" type="sldNum"/>
          </p:nvPr>
        </p:nvSpPr>
        <p:spPr>
          <a:xfrm>
            <a:off x="8447812" y="4977642"/>
            <a:ext cx="389400" cy="202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fld id="{00000000-1234-1234-1234-123412341234}" type="slidenum">
              <a:rPr b="0" lang="en" sz="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sz="800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12" name="Google Shape;312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89262" y="1421279"/>
            <a:ext cx="2486025" cy="2724150"/>
          </a:xfrm>
          <a:prstGeom prst="rect">
            <a:avLst/>
          </a:prstGeom>
          <a:noFill/>
          <a:ln>
            <a:noFill/>
          </a:ln>
        </p:spPr>
      </p:pic>
      <p:pic>
        <p:nvPicPr>
          <p:cNvPr id="313" name="Google Shape;313;p3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3196962" y="1288611"/>
            <a:ext cx="2400300" cy="3400425"/>
          </a:xfrm>
          <a:prstGeom prst="rect">
            <a:avLst/>
          </a:prstGeom>
          <a:noFill/>
          <a:ln>
            <a:noFill/>
          </a:ln>
        </p:spPr>
      </p:pic>
      <p:pic>
        <p:nvPicPr>
          <p:cNvPr id="314" name="Google Shape;314;p3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6018937" y="1387927"/>
            <a:ext cx="2428875" cy="2971800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315" name="Google Shape;315;p39"/>
          <p:cNvCxnSpPr>
            <a:stCxn id="312" idx="2"/>
            <a:endCxn id="313" idx="0"/>
          </p:cNvCxnSpPr>
          <p:nvPr/>
        </p:nvCxnSpPr>
        <p:spPr>
          <a:xfrm rot="-5400000">
            <a:off x="1536175" y="1284629"/>
            <a:ext cx="2856900" cy="2864700"/>
          </a:xfrm>
          <a:prstGeom prst="bentConnector5">
            <a:avLst>
              <a:gd fmla="val -8002" name="adj1"/>
              <a:gd fmla="val 50750" name="adj2"/>
              <a:gd fmla="val 107999" name="adj3"/>
            </a:avLst>
          </a:prstGeom>
          <a:noFill/>
          <a:ln cap="flat" cmpd="sng" w="38100">
            <a:solidFill>
              <a:schemeClr val="accent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cxnSp>
        <p:nvCxnSpPr>
          <p:cNvPr id="316" name="Google Shape;316;p39"/>
          <p:cNvCxnSpPr>
            <a:stCxn id="313" idx="2"/>
            <a:endCxn id="314" idx="0"/>
          </p:cNvCxnSpPr>
          <p:nvPr/>
        </p:nvCxnSpPr>
        <p:spPr>
          <a:xfrm rot="-5400000">
            <a:off x="4164612" y="1620336"/>
            <a:ext cx="3301200" cy="2836200"/>
          </a:xfrm>
          <a:prstGeom prst="bentConnector5">
            <a:avLst>
              <a:gd fmla="val -6925" name="adj1"/>
              <a:gd fmla="val 49749" name="adj2"/>
              <a:gd fmla="val 106922" name="adj3"/>
            </a:avLst>
          </a:prstGeom>
          <a:noFill/>
          <a:ln cap="flat" cmpd="sng" w="38100">
            <a:solidFill>
              <a:schemeClr val="accent1"/>
            </a:solidFill>
            <a:prstDash val="solid"/>
            <a:miter lim="800000"/>
            <a:headEnd len="sm" w="sm" type="none"/>
            <a:tailEnd len="med" w="med" type="triangle"/>
          </a:ln>
        </p:spPr>
      </p:cxn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0" name="Shape 3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321;p40"/>
          <p:cNvSpPr txBox="1"/>
          <p:nvPr>
            <p:ph type="title"/>
          </p:nvPr>
        </p:nvSpPr>
        <p:spPr>
          <a:xfrm>
            <a:off x="306000" y="360375"/>
            <a:ext cx="8287800" cy="558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</a:pPr>
            <a:r>
              <a:rPr lang="en"/>
              <a:t>Kernels/filters from VGG16 - amazing!</a:t>
            </a:r>
            <a:endParaRPr/>
          </a:p>
        </p:txBody>
      </p:sp>
      <p:sp>
        <p:nvSpPr>
          <p:cNvPr id="322" name="Google Shape;322;p40"/>
          <p:cNvSpPr txBox="1"/>
          <p:nvPr>
            <p:ph idx="12" type="sldNum"/>
          </p:nvPr>
        </p:nvSpPr>
        <p:spPr>
          <a:xfrm>
            <a:off x="8447812" y="4743600"/>
            <a:ext cx="389400" cy="202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fld id="{00000000-1234-1234-1234-123412341234}" type="slidenum">
              <a:rPr b="0" lang="en" sz="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sz="800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23" name="Google Shape;323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8919" y="1255274"/>
            <a:ext cx="2728210" cy="2743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24" name="Google Shape;324;p40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110395" y="1255274"/>
            <a:ext cx="2726920" cy="2743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25" name="Google Shape;325;p40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091161" y="1255274"/>
            <a:ext cx="2735202" cy="2743200"/>
          </a:xfrm>
          <a:prstGeom prst="rect">
            <a:avLst/>
          </a:prstGeom>
          <a:noFill/>
          <a:ln>
            <a:noFill/>
          </a:ln>
        </p:spPr>
      </p:pic>
      <p:sp>
        <p:nvSpPr>
          <p:cNvPr id="326" name="Google Shape;326;p40"/>
          <p:cNvSpPr txBox="1"/>
          <p:nvPr/>
        </p:nvSpPr>
        <p:spPr>
          <a:xfrm>
            <a:off x="530679" y="4076700"/>
            <a:ext cx="1692900" cy="237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Block 1 - Convolution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7" name="Google Shape;327;p40"/>
          <p:cNvSpPr txBox="1"/>
          <p:nvPr/>
        </p:nvSpPr>
        <p:spPr>
          <a:xfrm>
            <a:off x="3612376" y="4076700"/>
            <a:ext cx="1692900" cy="237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Block 2 - Convolution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8" name="Google Shape;328;p40"/>
          <p:cNvSpPr txBox="1"/>
          <p:nvPr/>
        </p:nvSpPr>
        <p:spPr>
          <a:xfrm>
            <a:off x="6694073" y="4076700"/>
            <a:ext cx="1692900" cy="237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Block 4 - Convolution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9" name="Google Shape;329;p40"/>
          <p:cNvSpPr txBox="1"/>
          <p:nvPr/>
        </p:nvSpPr>
        <p:spPr>
          <a:xfrm>
            <a:off x="526020" y="4313688"/>
            <a:ext cx="2106300" cy="47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1" lang="en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General textures common across all problems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0" name="Google Shape;330;p40"/>
          <p:cNvSpPr txBox="1"/>
          <p:nvPr/>
        </p:nvSpPr>
        <p:spPr>
          <a:xfrm>
            <a:off x="6694073" y="4291656"/>
            <a:ext cx="2257500" cy="47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1" lang="en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More specific textures relevant to your problem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RetrospectVTI">
  <a:themeElements>
    <a:clrScheme name="">
      <a:dk1>
        <a:srgbClr val="000000"/>
      </a:dk1>
      <a:lt1>
        <a:srgbClr val="FFFFFF"/>
      </a:lt1>
      <a:dk2>
        <a:srgbClr val="41242A"/>
      </a:dk2>
      <a:lt2>
        <a:srgbClr val="E2E5E8"/>
      </a:lt2>
      <a:accent1>
        <a:srgbClr val="E78A29"/>
      </a:accent1>
      <a:accent2>
        <a:srgbClr val="AFA313"/>
      </a:accent2>
      <a:accent3>
        <a:srgbClr val="7EB01F"/>
      </a:accent3>
      <a:accent4>
        <a:srgbClr val="3CBA14"/>
      </a:accent4>
      <a:accent5>
        <a:srgbClr val="21BB3C"/>
      </a:accent5>
      <a:accent6>
        <a:srgbClr val="14B976"/>
      </a:accent6>
      <a:hlink>
        <a:srgbClr val="3F7EBF"/>
      </a:hlink>
      <a:folHlink>
        <a:srgbClr val="7F7F7F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